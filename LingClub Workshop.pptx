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9" r:id="rId1"/>
  </p:sldMasterIdLst>
  <p:notesMasterIdLst>
    <p:notesMasterId r:id="rId21"/>
  </p:notesMasterIdLst>
  <p:sldIdLst>
    <p:sldId id="256" r:id="rId2"/>
    <p:sldId id="258" r:id="rId3"/>
    <p:sldId id="261" r:id="rId4"/>
    <p:sldId id="274" r:id="rId5"/>
    <p:sldId id="275" r:id="rId6"/>
    <p:sldId id="262" r:id="rId7"/>
    <p:sldId id="276" r:id="rId8"/>
    <p:sldId id="270" r:id="rId9"/>
    <p:sldId id="271" r:id="rId10"/>
    <p:sldId id="272" r:id="rId11"/>
    <p:sldId id="273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60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2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1AA33A0-2FE5-0146-91E3-2D39BAFFA0C8}" v="73" dt="2026-04-24T22:23:35.252"/>
    <p1510:client id="{ADF8EA9F-DE69-1147-84CE-824520CF9A26}" v="2" dt="2026-04-24T22:31:52.64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17"/>
    <p:restoredTop sz="94658"/>
  </p:normalViewPr>
  <p:slideViewPr>
    <p:cSldViewPr snapToGrid="0">
      <p:cViewPr varScale="1">
        <p:scale>
          <a:sx n="120" d="100"/>
          <a:sy n="120" d="100"/>
        </p:scale>
        <p:origin x="93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ntiago Arroniz" userId="971a8de3-2cd1-4714-be10-152f74e0533f" providerId="ADAL" clId="{84ABEA5A-E9D7-51B6-B2A9-08CA230AA4A1}"/>
    <pc:docChg chg="undo custSel addSld delSld modSld sldOrd">
      <pc:chgData name="Santiago Arroniz" userId="971a8de3-2cd1-4714-be10-152f74e0533f" providerId="ADAL" clId="{84ABEA5A-E9D7-51B6-B2A9-08CA230AA4A1}" dt="2026-04-24T22:23:43.028" v="9528" actId="478"/>
      <pc:docMkLst>
        <pc:docMk/>
      </pc:docMkLst>
      <pc:sldChg chg="addSp modSp mod">
        <pc:chgData name="Santiago Arroniz" userId="971a8de3-2cd1-4714-be10-152f74e0533f" providerId="ADAL" clId="{84ABEA5A-E9D7-51B6-B2A9-08CA230AA4A1}" dt="2026-04-24T18:26:29.893" v="279" actId="404"/>
        <pc:sldMkLst>
          <pc:docMk/>
          <pc:sldMk cId="1365653780" sldId="256"/>
        </pc:sldMkLst>
        <pc:spChg chg="add mod">
          <ac:chgData name="Santiago Arroniz" userId="971a8de3-2cd1-4714-be10-152f74e0533f" providerId="ADAL" clId="{84ABEA5A-E9D7-51B6-B2A9-08CA230AA4A1}" dt="2026-04-24T18:24:18.557" v="138" actId="1076"/>
          <ac:spMkLst>
            <pc:docMk/>
            <pc:sldMk cId="1365653780" sldId="256"/>
            <ac:spMk id="2" creationId="{81D4FB34-187A-6C94-BFC9-D3FDD44C6B9A}"/>
          </ac:spMkLst>
        </pc:spChg>
        <pc:spChg chg="mod">
          <ac:chgData name="Santiago Arroniz" userId="971a8de3-2cd1-4714-be10-152f74e0533f" providerId="ADAL" clId="{84ABEA5A-E9D7-51B6-B2A9-08CA230AA4A1}" dt="2026-04-24T18:23:30.399" v="64" actId="20577"/>
          <ac:spMkLst>
            <pc:docMk/>
            <pc:sldMk cId="1365653780" sldId="256"/>
            <ac:spMk id="6" creationId="{F5CBF5F0-3358-8706-EB33-02EFE8D5D11A}"/>
          </ac:spMkLst>
        </pc:spChg>
        <pc:spChg chg="mod">
          <ac:chgData name="Santiago Arroniz" userId="971a8de3-2cd1-4714-be10-152f74e0533f" providerId="ADAL" clId="{84ABEA5A-E9D7-51B6-B2A9-08CA230AA4A1}" dt="2026-04-24T18:24:49.600" v="218" actId="20577"/>
          <ac:spMkLst>
            <pc:docMk/>
            <pc:sldMk cId="1365653780" sldId="256"/>
            <ac:spMk id="7" creationId="{1DA33B12-C19C-4279-98BE-64345E3AF91D}"/>
          </ac:spMkLst>
        </pc:spChg>
        <pc:spChg chg="mod">
          <ac:chgData name="Santiago Arroniz" userId="971a8de3-2cd1-4714-be10-152f74e0533f" providerId="ADAL" clId="{84ABEA5A-E9D7-51B6-B2A9-08CA230AA4A1}" dt="2026-04-24T18:25:59.019" v="275" actId="14100"/>
          <ac:spMkLst>
            <pc:docMk/>
            <pc:sldMk cId="1365653780" sldId="256"/>
            <ac:spMk id="8" creationId="{E35C92CE-EFC3-5EAD-F90E-E0AEDC9D3F03}"/>
          </ac:spMkLst>
        </pc:spChg>
        <pc:spChg chg="mod">
          <ac:chgData name="Santiago Arroniz" userId="971a8de3-2cd1-4714-be10-152f74e0533f" providerId="ADAL" clId="{84ABEA5A-E9D7-51B6-B2A9-08CA230AA4A1}" dt="2026-04-24T18:26:29.893" v="279" actId="404"/>
          <ac:spMkLst>
            <pc:docMk/>
            <pc:sldMk cId="1365653780" sldId="256"/>
            <ac:spMk id="10" creationId="{172B9E6C-27A1-A35C-3E5B-06F84FC49DD2}"/>
          </ac:spMkLst>
        </pc:spChg>
        <pc:picChg chg="mod">
          <ac:chgData name="Santiago Arroniz" userId="971a8de3-2cd1-4714-be10-152f74e0533f" providerId="ADAL" clId="{84ABEA5A-E9D7-51B6-B2A9-08CA230AA4A1}" dt="2026-04-24T18:26:13.539" v="278" actId="1076"/>
          <ac:picMkLst>
            <pc:docMk/>
            <pc:sldMk cId="1365653780" sldId="256"/>
            <ac:picMk id="9" creationId="{5ACD9636-117D-6BCE-1441-D4423E2CC8C0}"/>
          </ac:picMkLst>
        </pc:picChg>
      </pc:sldChg>
      <pc:sldChg chg="delSp del mod">
        <pc:chgData name="Santiago Arroniz" userId="971a8de3-2cd1-4714-be10-152f74e0533f" providerId="ADAL" clId="{84ABEA5A-E9D7-51B6-B2A9-08CA230AA4A1}" dt="2026-04-24T18:26:54.457" v="282" actId="2696"/>
        <pc:sldMkLst>
          <pc:docMk/>
          <pc:sldMk cId="1552470099" sldId="257"/>
        </pc:sldMkLst>
        <pc:spChg chg="del">
          <ac:chgData name="Santiago Arroniz" userId="971a8de3-2cd1-4714-be10-152f74e0533f" providerId="ADAL" clId="{84ABEA5A-E9D7-51B6-B2A9-08CA230AA4A1}" dt="2026-04-24T18:26:39.027" v="280" actId="478"/>
          <ac:spMkLst>
            <pc:docMk/>
            <pc:sldMk cId="1552470099" sldId="257"/>
            <ac:spMk id="4" creationId="{8BB8DF11-1664-669E-0D4B-E96430FCAE76}"/>
          </ac:spMkLst>
        </pc:spChg>
        <pc:picChg chg="del">
          <ac:chgData name="Santiago Arroniz" userId="971a8de3-2cd1-4714-be10-152f74e0533f" providerId="ADAL" clId="{84ABEA5A-E9D7-51B6-B2A9-08CA230AA4A1}" dt="2026-04-24T18:26:39.697" v="281" actId="478"/>
          <ac:picMkLst>
            <pc:docMk/>
            <pc:sldMk cId="1552470099" sldId="257"/>
            <ac:picMk id="5" creationId="{540DD30A-A969-C0E7-4D9E-5CDDD056F469}"/>
          </ac:picMkLst>
        </pc:picChg>
      </pc:sldChg>
      <pc:sldChg chg="modSp mod">
        <pc:chgData name="Santiago Arroniz" userId="971a8de3-2cd1-4714-be10-152f74e0533f" providerId="ADAL" clId="{84ABEA5A-E9D7-51B6-B2A9-08CA230AA4A1}" dt="2026-04-24T18:47:46.445" v="1298" actId="20577"/>
        <pc:sldMkLst>
          <pc:docMk/>
          <pc:sldMk cId="3744954995" sldId="258"/>
        </pc:sldMkLst>
        <pc:spChg chg="mod">
          <ac:chgData name="Santiago Arroniz" userId="971a8de3-2cd1-4714-be10-152f74e0533f" providerId="ADAL" clId="{84ABEA5A-E9D7-51B6-B2A9-08CA230AA4A1}" dt="2026-04-24T18:47:46.445" v="1298" actId="20577"/>
          <ac:spMkLst>
            <pc:docMk/>
            <pc:sldMk cId="3744954995" sldId="258"/>
            <ac:spMk id="3" creationId="{F3FF4324-F9B0-2BF2-43C5-A3E8CC81BD9F}"/>
          </ac:spMkLst>
        </pc:spChg>
        <pc:spChg chg="mod">
          <ac:chgData name="Santiago Arroniz" userId="971a8de3-2cd1-4714-be10-152f74e0533f" providerId="ADAL" clId="{84ABEA5A-E9D7-51B6-B2A9-08CA230AA4A1}" dt="2026-04-24T18:27:19.037" v="289" actId="14100"/>
          <ac:spMkLst>
            <pc:docMk/>
            <pc:sldMk cId="3744954995" sldId="258"/>
            <ac:spMk id="6" creationId="{CF0AD87E-8BCD-D113-EC24-A9A6873174DF}"/>
          </ac:spMkLst>
        </pc:spChg>
      </pc:sldChg>
      <pc:sldChg chg="del">
        <pc:chgData name="Santiago Arroniz" userId="971a8de3-2cd1-4714-be10-152f74e0533f" providerId="ADAL" clId="{84ABEA5A-E9D7-51B6-B2A9-08CA230AA4A1}" dt="2026-04-24T20:24:57.869" v="6946" actId="2696"/>
        <pc:sldMkLst>
          <pc:docMk/>
          <pc:sldMk cId="2229594035" sldId="259"/>
        </pc:sldMkLst>
      </pc:sldChg>
      <pc:sldChg chg="delSp modSp mod">
        <pc:chgData name="Santiago Arroniz" userId="971a8de3-2cd1-4714-be10-152f74e0533f" providerId="ADAL" clId="{84ABEA5A-E9D7-51B6-B2A9-08CA230AA4A1}" dt="2026-04-24T22:23:43.028" v="9528" actId="478"/>
        <pc:sldMkLst>
          <pc:docMk/>
          <pc:sldMk cId="865695232" sldId="260"/>
        </pc:sldMkLst>
        <pc:spChg chg="del mod">
          <ac:chgData name="Santiago Arroniz" userId="971a8de3-2cd1-4714-be10-152f74e0533f" providerId="ADAL" clId="{84ABEA5A-E9D7-51B6-B2A9-08CA230AA4A1}" dt="2026-04-24T22:23:43.028" v="9528" actId="478"/>
          <ac:spMkLst>
            <pc:docMk/>
            <pc:sldMk cId="865695232" sldId="260"/>
            <ac:spMk id="2" creationId="{342A5A38-A795-FCA2-F3EE-ECB81110631C}"/>
          </ac:spMkLst>
        </pc:spChg>
      </pc:sldChg>
      <pc:sldChg chg="addSp modSp add mod modAnim">
        <pc:chgData name="Santiago Arroniz" userId="971a8de3-2cd1-4714-be10-152f74e0533f" providerId="ADAL" clId="{84ABEA5A-E9D7-51B6-B2A9-08CA230AA4A1}" dt="2026-04-24T22:11:12.618" v="8655"/>
        <pc:sldMkLst>
          <pc:docMk/>
          <pc:sldMk cId="1636978888" sldId="261"/>
        </pc:sldMkLst>
        <pc:spChg chg="mod">
          <ac:chgData name="Santiago Arroniz" userId="971a8de3-2cd1-4714-be10-152f74e0533f" providerId="ADAL" clId="{84ABEA5A-E9D7-51B6-B2A9-08CA230AA4A1}" dt="2026-04-24T22:09:47.141" v="8592" actId="27636"/>
          <ac:spMkLst>
            <pc:docMk/>
            <pc:sldMk cId="1636978888" sldId="261"/>
            <ac:spMk id="3" creationId="{9B42E9DE-346A-9E84-B0E5-F825C786C989}"/>
          </ac:spMkLst>
        </pc:spChg>
        <pc:spChg chg="mod">
          <ac:chgData name="Santiago Arroniz" userId="971a8de3-2cd1-4714-be10-152f74e0533f" providerId="ADAL" clId="{84ABEA5A-E9D7-51B6-B2A9-08CA230AA4A1}" dt="2026-04-24T18:29:07.602" v="513" actId="20577"/>
          <ac:spMkLst>
            <pc:docMk/>
            <pc:sldMk cId="1636978888" sldId="261"/>
            <ac:spMk id="6" creationId="{CF732E6B-B2D8-987F-2EEC-F665279AF7E3}"/>
          </ac:spMkLst>
        </pc:spChg>
        <pc:picChg chg="add mod">
          <ac:chgData name="Santiago Arroniz" userId="971a8de3-2cd1-4714-be10-152f74e0533f" providerId="ADAL" clId="{84ABEA5A-E9D7-51B6-B2A9-08CA230AA4A1}" dt="2026-04-24T22:10:38.689" v="8651" actId="1076"/>
          <ac:picMkLst>
            <pc:docMk/>
            <pc:sldMk cId="1636978888" sldId="261"/>
            <ac:picMk id="4" creationId="{A4AE5BA9-3B20-86F7-8F99-85A571285FB0}"/>
          </ac:picMkLst>
        </pc:picChg>
        <pc:picChg chg="add mod">
          <ac:chgData name="Santiago Arroniz" userId="971a8de3-2cd1-4714-be10-152f74e0533f" providerId="ADAL" clId="{84ABEA5A-E9D7-51B6-B2A9-08CA230AA4A1}" dt="2026-04-24T22:10:44.979" v="8653" actId="1076"/>
          <ac:picMkLst>
            <pc:docMk/>
            <pc:sldMk cId="1636978888" sldId="261"/>
            <ac:picMk id="8194" creationId="{D695AC0E-449C-2546-E59D-7566988B1E15}"/>
          </ac:picMkLst>
        </pc:picChg>
      </pc:sldChg>
      <pc:sldChg chg="new del">
        <pc:chgData name="Santiago Arroniz" userId="971a8de3-2cd1-4714-be10-152f74e0533f" providerId="ADAL" clId="{84ABEA5A-E9D7-51B6-B2A9-08CA230AA4A1}" dt="2026-04-24T18:37:57.910" v="1009" actId="680"/>
        <pc:sldMkLst>
          <pc:docMk/>
          <pc:sldMk cId="1636089251" sldId="262"/>
        </pc:sldMkLst>
      </pc:sldChg>
      <pc:sldChg chg="addSp delSp modSp add mod">
        <pc:chgData name="Santiago Arroniz" userId="971a8de3-2cd1-4714-be10-152f74e0533f" providerId="ADAL" clId="{84ABEA5A-E9D7-51B6-B2A9-08CA230AA4A1}" dt="2026-04-24T22:21:35.998" v="9520" actId="1076"/>
        <pc:sldMkLst>
          <pc:docMk/>
          <pc:sldMk cId="1798830432" sldId="262"/>
        </pc:sldMkLst>
        <pc:spChg chg="add">
          <ac:chgData name="Santiago Arroniz" userId="971a8de3-2cd1-4714-be10-152f74e0533f" providerId="ADAL" clId="{84ABEA5A-E9D7-51B6-B2A9-08CA230AA4A1}" dt="2026-04-24T18:51:25.925" v="1684"/>
          <ac:spMkLst>
            <pc:docMk/>
            <pc:sldMk cId="1798830432" sldId="262"/>
            <ac:spMk id="2" creationId="{A57243A3-D7C5-5DE8-140F-E180B4552D4C}"/>
          </ac:spMkLst>
        </pc:spChg>
        <pc:spChg chg="mod">
          <ac:chgData name="Santiago Arroniz" userId="971a8de3-2cd1-4714-be10-152f74e0533f" providerId="ADAL" clId="{84ABEA5A-E9D7-51B6-B2A9-08CA230AA4A1}" dt="2026-04-24T22:18:44.142" v="9511" actId="20577"/>
          <ac:spMkLst>
            <pc:docMk/>
            <pc:sldMk cId="1798830432" sldId="262"/>
            <ac:spMk id="3" creationId="{D74BD65D-A0D0-96EF-140B-4F4396F2AA33}"/>
          </ac:spMkLst>
        </pc:spChg>
        <pc:spChg chg="mod">
          <ac:chgData name="Santiago Arroniz" userId="971a8de3-2cd1-4714-be10-152f74e0533f" providerId="ADAL" clId="{84ABEA5A-E9D7-51B6-B2A9-08CA230AA4A1}" dt="2026-04-24T18:47:57.511" v="1328" actId="20577"/>
          <ac:spMkLst>
            <pc:docMk/>
            <pc:sldMk cId="1798830432" sldId="262"/>
            <ac:spMk id="6" creationId="{ACA7CD82-9B15-83A2-77E6-C52DF1E31C42}"/>
          </ac:spMkLst>
        </pc:spChg>
        <pc:spChg chg="add">
          <ac:chgData name="Santiago Arroniz" userId="971a8de3-2cd1-4714-be10-152f74e0533f" providerId="ADAL" clId="{84ABEA5A-E9D7-51B6-B2A9-08CA230AA4A1}" dt="2026-04-24T18:52:10.588" v="1687"/>
          <ac:spMkLst>
            <pc:docMk/>
            <pc:sldMk cId="1798830432" sldId="262"/>
            <ac:spMk id="7" creationId="{9C1E6260-CD2A-9DCB-D5AD-955D9650C39E}"/>
          </ac:spMkLst>
        </pc:spChg>
        <pc:spChg chg="add">
          <ac:chgData name="Santiago Arroniz" userId="971a8de3-2cd1-4714-be10-152f74e0533f" providerId="ADAL" clId="{84ABEA5A-E9D7-51B6-B2A9-08CA230AA4A1}" dt="2026-04-24T22:17:29.931" v="9272"/>
          <ac:spMkLst>
            <pc:docMk/>
            <pc:sldMk cId="1798830432" sldId="262"/>
            <ac:spMk id="8" creationId="{0A90EDB4-BABD-9D33-163B-2489E27FC38C}"/>
          </ac:spMkLst>
        </pc:spChg>
        <pc:spChg chg="add">
          <ac:chgData name="Santiago Arroniz" userId="971a8de3-2cd1-4714-be10-152f74e0533f" providerId="ADAL" clId="{84ABEA5A-E9D7-51B6-B2A9-08CA230AA4A1}" dt="2026-04-24T22:17:32.889" v="9274"/>
          <ac:spMkLst>
            <pc:docMk/>
            <pc:sldMk cId="1798830432" sldId="262"/>
            <ac:spMk id="9" creationId="{D3504CCA-80CF-5A63-F449-E3996DA8B8CC}"/>
          </ac:spMkLst>
        </pc:spChg>
        <pc:picChg chg="del">
          <ac:chgData name="Santiago Arroniz" userId="971a8de3-2cd1-4714-be10-152f74e0533f" providerId="ADAL" clId="{84ABEA5A-E9D7-51B6-B2A9-08CA230AA4A1}" dt="2026-04-24T18:38:02.479" v="1012" actId="478"/>
          <ac:picMkLst>
            <pc:docMk/>
            <pc:sldMk cId="1798830432" sldId="262"/>
            <ac:picMk id="4" creationId="{E7576319-0C73-C23F-B9DD-64165DA09B88}"/>
          </ac:picMkLst>
        </pc:picChg>
        <pc:picChg chg="add mod">
          <ac:chgData name="Santiago Arroniz" userId="971a8de3-2cd1-4714-be10-152f74e0533f" providerId="ADAL" clId="{84ABEA5A-E9D7-51B6-B2A9-08CA230AA4A1}" dt="2026-04-24T22:21:35.998" v="9520" actId="1076"/>
          <ac:picMkLst>
            <pc:docMk/>
            <pc:sldMk cId="1798830432" sldId="262"/>
            <ac:picMk id="1030" creationId="{BDB69E29-851A-CA06-7311-C0852E3DCFF9}"/>
          </ac:picMkLst>
        </pc:picChg>
      </pc:sldChg>
      <pc:sldChg chg="modSp add mod">
        <pc:chgData name="Santiago Arroniz" userId="971a8de3-2cd1-4714-be10-152f74e0533f" providerId="ADAL" clId="{84ABEA5A-E9D7-51B6-B2A9-08CA230AA4A1}" dt="2026-04-24T19:31:50.537" v="2984" actId="115"/>
        <pc:sldMkLst>
          <pc:docMk/>
          <pc:sldMk cId="305086312" sldId="263"/>
        </pc:sldMkLst>
        <pc:spChg chg="mod">
          <ac:chgData name="Santiago Arroniz" userId="971a8de3-2cd1-4714-be10-152f74e0533f" providerId="ADAL" clId="{84ABEA5A-E9D7-51B6-B2A9-08CA230AA4A1}" dt="2026-04-24T19:31:50.537" v="2984" actId="115"/>
          <ac:spMkLst>
            <pc:docMk/>
            <pc:sldMk cId="305086312" sldId="263"/>
            <ac:spMk id="3" creationId="{9353E86E-A4E1-B769-F903-DC823A33803C}"/>
          </ac:spMkLst>
        </pc:spChg>
        <pc:spChg chg="mod">
          <ac:chgData name="Santiago Arroniz" userId="971a8de3-2cd1-4714-be10-152f74e0533f" providerId="ADAL" clId="{84ABEA5A-E9D7-51B6-B2A9-08CA230AA4A1}" dt="2026-04-24T19:03:50.900" v="1707" actId="20577"/>
          <ac:spMkLst>
            <pc:docMk/>
            <pc:sldMk cId="305086312" sldId="263"/>
            <ac:spMk id="6" creationId="{99195598-CDE7-75E6-657E-0EF666C64472}"/>
          </ac:spMkLst>
        </pc:spChg>
      </pc:sldChg>
      <pc:sldChg chg="modSp add mod">
        <pc:chgData name="Santiago Arroniz" userId="971a8de3-2cd1-4714-be10-152f74e0533f" providerId="ADAL" clId="{84ABEA5A-E9D7-51B6-B2A9-08CA230AA4A1}" dt="2026-04-24T19:33:38.863" v="3199" actId="5793"/>
        <pc:sldMkLst>
          <pc:docMk/>
          <pc:sldMk cId="1273771715" sldId="264"/>
        </pc:sldMkLst>
        <pc:spChg chg="mod">
          <ac:chgData name="Santiago Arroniz" userId="971a8de3-2cd1-4714-be10-152f74e0533f" providerId="ADAL" clId="{84ABEA5A-E9D7-51B6-B2A9-08CA230AA4A1}" dt="2026-04-24T19:33:38.863" v="3199" actId="5793"/>
          <ac:spMkLst>
            <pc:docMk/>
            <pc:sldMk cId="1273771715" sldId="264"/>
            <ac:spMk id="3" creationId="{078B3183-9F73-1C90-9F25-CD6F19175AFA}"/>
          </ac:spMkLst>
        </pc:spChg>
      </pc:sldChg>
      <pc:sldChg chg="addSp modSp add mod ord">
        <pc:chgData name="Santiago Arroniz" userId="971a8de3-2cd1-4714-be10-152f74e0533f" providerId="ADAL" clId="{84ABEA5A-E9D7-51B6-B2A9-08CA230AA4A1}" dt="2026-04-24T19:56:57.386" v="4063" actId="20578"/>
        <pc:sldMkLst>
          <pc:docMk/>
          <pc:sldMk cId="4186498358" sldId="265"/>
        </pc:sldMkLst>
        <pc:spChg chg="mod">
          <ac:chgData name="Santiago Arroniz" userId="971a8de3-2cd1-4714-be10-152f74e0533f" providerId="ADAL" clId="{84ABEA5A-E9D7-51B6-B2A9-08CA230AA4A1}" dt="2026-04-24T19:41:13.781" v="4059" actId="20577"/>
          <ac:spMkLst>
            <pc:docMk/>
            <pc:sldMk cId="4186498358" sldId="265"/>
            <ac:spMk id="3" creationId="{87F86BDA-418B-4EA3-5E29-BFC33E0F992C}"/>
          </ac:spMkLst>
        </pc:spChg>
        <pc:spChg chg="mod">
          <ac:chgData name="Santiago Arroniz" userId="971a8de3-2cd1-4714-be10-152f74e0533f" providerId="ADAL" clId="{84ABEA5A-E9D7-51B6-B2A9-08CA230AA4A1}" dt="2026-04-24T19:34:02.246" v="3249" actId="20577"/>
          <ac:spMkLst>
            <pc:docMk/>
            <pc:sldMk cId="4186498358" sldId="265"/>
            <ac:spMk id="6" creationId="{B25EB54E-7362-1F4E-2943-ADE66F38BF86}"/>
          </ac:spMkLst>
        </pc:spChg>
        <pc:graphicFrameChg chg="add mod modGraphic">
          <ac:chgData name="Santiago Arroniz" userId="971a8de3-2cd1-4714-be10-152f74e0533f" providerId="ADAL" clId="{84ABEA5A-E9D7-51B6-B2A9-08CA230AA4A1}" dt="2026-04-24T19:41:26.546" v="4061" actId="1076"/>
          <ac:graphicFrameMkLst>
            <pc:docMk/>
            <pc:sldMk cId="4186498358" sldId="265"/>
            <ac:graphicFrameMk id="2" creationId="{4D979C30-F5FF-32AC-0DE4-19A1CE5827AB}"/>
          </ac:graphicFrameMkLst>
        </pc:graphicFrameChg>
      </pc:sldChg>
      <pc:sldChg chg="modSp add mod modAnim">
        <pc:chgData name="Santiago Arroniz" userId="971a8de3-2cd1-4714-be10-152f74e0533f" providerId="ADAL" clId="{84ABEA5A-E9D7-51B6-B2A9-08CA230AA4A1}" dt="2026-04-24T22:23:16.698" v="9522"/>
        <pc:sldMkLst>
          <pc:docMk/>
          <pc:sldMk cId="210116795" sldId="266"/>
        </pc:sldMkLst>
        <pc:spChg chg="mod">
          <ac:chgData name="Santiago Arroniz" userId="971a8de3-2cd1-4714-be10-152f74e0533f" providerId="ADAL" clId="{84ABEA5A-E9D7-51B6-B2A9-08CA230AA4A1}" dt="2026-04-24T20:02:21.852" v="4980" actId="20577"/>
          <ac:spMkLst>
            <pc:docMk/>
            <pc:sldMk cId="210116795" sldId="266"/>
            <ac:spMk id="3" creationId="{6E8E1235-9E8A-D621-7EBF-9D505782EF93}"/>
          </ac:spMkLst>
        </pc:spChg>
        <pc:spChg chg="mod">
          <ac:chgData name="Santiago Arroniz" userId="971a8de3-2cd1-4714-be10-152f74e0533f" providerId="ADAL" clId="{84ABEA5A-E9D7-51B6-B2A9-08CA230AA4A1}" dt="2026-04-24T19:57:11.083" v="4104" actId="20577"/>
          <ac:spMkLst>
            <pc:docMk/>
            <pc:sldMk cId="210116795" sldId="266"/>
            <ac:spMk id="6" creationId="{03253D9D-76DB-DD55-2675-A0A964104E25}"/>
          </ac:spMkLst>
        </pc:spChg>
      </pc:sldChg>
      <pc:sldChg chg="modSp add mod">
        <pc:chgData name="Santiago Arroniz" userId="971a8de3-2cd1-4714-be10-152f74e0533f" providerId="ADAL" clId="{84ABEA5A-E9D7-51B6-B2A9-08CA230AA4A1}" dt="2026-04-24T20:04:59.890" v="5339" actId="15"/>
        <pc:sldMkLst>
          <pc:docMk/>
          <pc:sldMk cId="3898967130" sldId="267"/>
        </pc:sldMkLst>
        <pc:spChg chg="mod">
          <ac:chgData name="Santiago Arroniz" userId="971a8de3-2cd1-4714-be10-152f74e0533f" providerId="ADAL" clId="{84ABEA5A-E9D7-51B6-B2A9-08CA230AA4A1}" dt="2026-04-24T20:04:59.890" v="5339" actId="15"/>
          <ac:spMkLst>
            <pc:docMk/>
            <pc:sldMk cId="3898967130" sldId="267"/>
            <ac:spMk id="3" creationId="{457F7637-95BB-DAC0-A26B-1C4C3BCB7C51}"/>
          </ac:spMkLst>
        </pc:spChg>
      </pc:sldChg>
      <pc:sldChg chg="addSp delSp modSp add mod ord">
        <pc:chgData name="Santiago Arroniz" userId="971a8de3-2cd1-4714-be10-152f74e0533f" providerId="ADAL" clId="{84ABEA5A-E9D7-51B6-B2A9-08CA230AA4A1}" dt="2026-04-24T20:13:08.188" v="5857" actId="20578"/>
        <pc:sldMkLst>
          <pc:docMk/>
          <pc:sldMk cId="3325839906" sldId="268"/>
        </pc:sldMkLst>
        <pc:spChg chg="mod">
          <ac:chgData name="Santiago Arroniz" userId="971a8de3-2cd1-4714-be10-152f74e0533f" providerId="ADAL" clId="{84ABEA5A-E9D7-51B6-B2A9-08CA230AA4A1}" dt="2026-04-24T20:10:03.630" v="5854" actId="15"/>
          <ac:spMkLst>
            <pc:docMk/>
            <pc:sldMk cId="3325839906" sldId="268"/>
            <ac:spMk id="3" creationId="{9EF1825A-4757-1A15-02D2-C0CE71B154E9}"/>
          </ac:spMkLst>
        </pc:spChg>
        <pc:spChg chg="mod">
          <ac:chgData name="Santiago Arroniz" userId="971a8de3-2cd1-4714-be10-152f74e0533f" providerId="ADAL" clId="{84ABEA5A-E9D7-51B6-B2A9-08CA230AA4A1}" dt="2026-04-24T20:04:15.975" v="5252" actId="20577"/>
          <ac:spMkLst>
            <pc:docMk/>
            <pc:sldMk cId="3325839906" sldId="268"/>
            <ac:spMk id="6" creationId="{76F40F82-764A-5AB5-D9DB-2496062AA52B}"/>
          </ac:spMkLst>
        </pc:spChg>
        <pc:spChg chg="add del">
          <ac:chgData name="Santiago Arroniz" userId="971a8de3-2cd1-4714-be10-152f74e0533f" providerId="ADAL" clId="{84ABEA5A-E9D7-51B6-B2A9-08CA230AA4A1}" dt="2026-04-24T20:07:23.476" v="5576" actId="22"/>
          <ac:spMkLst>
            <pc:docMk/>
            <pc:sldMk cId="3325839906" sldId="268"/>
            <ac:spMk id="7" creationId="{FD8D8BAA-A06A-E7E3-F091-2E4B8E4915D0}"/>
          </ac:spMkLst>
        </pc:spChg>
        <pc:graphicFrameChg chg="add del">
          <ac:chgData name="Santiago Arroniz" userId="971a8de3-2cd1-4714-be10-152f74e0533f" providerId="ADAL" clId="{84ABEA5A-E9D7-51B6-B2A9-08CA230AA4A1}" dt="2026-04-24T20:07:11.694" v="5574" actId="3680"/>
          <ac:graphicFrameMkLst>
            <pc:docMk/>
            <pc:sldMk cId="3325839906" sldId="268"/>
            <ac:graphicFrameMk id="2" creationId="{6350471F-55BB-FB2E-6EE3-8FF611497E2E}"/>
          </ac:graphicFrameMkLst>
        </pc:graphicFrameChg>
        <pc:graphicFrameChg chg="add mod modGraphic">
          <ac:chgData name="Santiago Arroniz" userId="971a8de3-2cd1-4714-be10-152f74e0533f" providerId="ADAL" clId="{84ABEA5A-E9D7-51B6-B2A9-08CA230AA4A1}" dt="2026-04-24T20:10:16.493" v="5855" actId="1076"/>
          <ac:graphicFrameMkLst>
            <pc:docMk/>
            <pc:sldMk cId="3325839906" sldId="268"/>
            <ac:graphicFrameMk id="8" creationId="{89287F9B-DAFC-945C-963A-2C38D1AE8B17}"/>
          </ac:graphicFrameMkLst>
        </pc:graphicFrameChg>
      </pc:sldChg>
      <pc:sldChg chg="modSp add mod modAnim">
        <pc:chgData name="Santiago Arroniz" userId="971a8de3-2cd1-4714-be10-152f74e0533f" providerId="ADAL" clId="{84ABEA5A-E9D7-51B6-B2A9-08CA230AA4A1}" dt="2026-04-24T22:23:35.252" v="9525"/>
        <pc:sldMkLst>
          <pc:docMk/>
          <pc:sldMk cId="1673384592" sldId="269"/>
        </pc:sldMkLst>
        <pc:spChg chg="mod">
          <ac:chgData name="Santiago Arroniz" userId="971a8de3-2cd1-4714-be10-152f74e0533f" providerId="ADAL" clId="{84ABEA5A-E9D7-51B6-B2A9-08CA230AA4A1}" dt="2026-04-24T20:22:41.725" v="6945" actId="5793"/>
          <ac:spMkLst>
            <pc:docMk/>
            <pc:sldMk cId="1673384592" sldId="269"/>
            <ac:spMk id="3" creationId="{324AB86D-4C94-A762-6BAE-7B558D7BD9FD}"/>
          </ac:spMkLst>
        </pc:spChg>
        <pc:spChg chg="mod">
          <ac:chgData name="Santiago Arroniz" userId="971a8de3-2cd1-4714-be10-152f74e0533f" providerId="ADAL" clId="{84ABEA5A-E9D7-51B6-B2A9-08CA230AA4A1}" dt="2026-04-24T20:13:20.273" v="5878" actId="20577"/>
          <ac:spMkLst>
            <pc:docMk/>
            <pc:sldMk cId="1673384592" sldId="269"/>
            <ac:spMk id="6" creationId="{502B17A7-D2DD-0B5B-AEB1-BFE18150C905}"/>
          </ac:spMkLst>
        </pc:spChg>
      </pc:sldChg>
      <pc:sldChg chg="add del">
        <pc:chgData name="Santiago Arroniz" userId="971a8de3-2cd1-4714-be10-152f74e0533f" providerId="ADAL" clId="{84ABEA5A-E9D7-51B6-B2A9-08CA230AA4A1}" dt="2026-04-24T20:27:35.085" v="6948" actId="2696"/>
        <pc:sldMkLst>
          <pc:docMk/>
          <pc:sldMk cId="3311380455" sldId="270"/>
        </pc:sldMkLst>
      </pc:sldChg>
      <pc:sldChg chg="addSp modSp add mod">
        <pc:chgData name="Santiago Arroniz" userId="971a8de3-2cd1-4714-be10-152f74e0533f" providerId="ADAL" clId="{84ABEA5A-E9D7-51B6-B2A9-08CA230AA4A1}" dt="2026-04-24T21:29:16.424" v="8556" actId="113"/>
        <pc:sldMkLst>
          <pc:docMk/>
          <pc:sldMk cId="3357694612" sldId="270"/>
        </pc:sldMkLst>
        <pc:spChg chg="mod">
          <ac:chgData name="Santiago Arroniz" userId="971a8de3-2cd1-4714-be10-152f74e0533f" providerId="ADAL" clId="{84ABEA5A-E9D7-51B6-B2A9-08CA230AA4A1}" dt="2026-04-24T21:29:16.424" v="8556" actId="113"/>
          <ac:spMkLst>
            <pc:docMk/>
            <pc:sldMk cId="3357694612" sldId="270"/>
            <ac:spMk id="3" creationId="{618E949D-1342-5D78-C386-C9F11568F76C}"/>
          </ac:spMkLst>
        </pc:spChg>
        <pc:spChg chg="mod">
          <ac:chgData name="Santiago Arroniz" userId="971a8de3-2cd1-4714-be10-152f74e0533f" providerId="ADAL" clId="{84ABEA5A-E9D7-51B6-B2A9-08CA230AA4A1}" dt="2026-04-24T20:46:19.745" v="7562" actId="20577"/>
          <ac:spMkLst>
            <pc:docMk/>
            <pc:sldMk cId="3357694612" sldId="270"/>
            <ac:spMk id="6" creationId="{E432A34E-809E-D7BC-80B1-8E3AEDBD1CEF}"/>
          </ac:spMkLst>
        </pc:spChg>
        <pc:picChg chg="add mod">
          <ac:chgData name="Santiago Arroniz" userId="971a8de3-2cd1-4714-be10-152f74e0533f" providerId="ADAL" clId="{84ABEA5A-E9D7-51B6-B2A9-08CA230AA4A1}" dt="2026-04-24T21:27:09.679" v="8422" actId="1076"/>
          <ac:picMkLst>
            <pc:docMk/>
            <pc:sldMk cId="3357694612" sldId="270"/>
            <ac:picMk id="4098" creationId="{DC907189-28C7-F953-2A6D-661126206663}"/>
          </ac:picMkLst>
        </pc:picChg>
      </pc:sldChg>
      <pc:sldChg chg="addSp modSp add mod">
        <pc:chgData name="Santiago Arroniz" userId="971a8de3-2cd1-4714-be10-152f74e0533f" providerId="ADAL" clId="{84ABEA5A-E9D7-51B6-B2A9-08CA230AA4A1}" dt="2026-04-24T21:41:53.789" v="8559" actId="1076"/>
        <pc:sldMkLst>
          <pc:docMk/>
          <pc:sldMk cId="4237111463" sldId="271"/>
        </pc:sldMkLst>
        <pc:spChg chg="mod">
          <ac:chgData name="Santiago Arroniz" userId="971a8de3-2cd1-4714-be10-152f74e0533f" providerId="ADAL" clId="{84ABEA5A-E9D7-51B6-B2A9-08CA230AA4A1}" dt="2026-04-24T20:53:04.012" v="8085" actId="20577"/>
          <ac:spMkLst>
            <pc:docMk/>
            <pc:sldMk cId="4237111463" sldId="271"/>
            <ac:spMk id="3" creationId="{EC007424-199A-166A-1F49-9909A7AC5686}"/>
          </ac:spMkLst>
        </pc:spChg>
        <pc:picChg chg="add mod">
          <ac:chgData name="Santiago Arroniz" userId="971a8de3-2cd1-4714-be10-152f74e0533f" providerId="ADAL" clId="{84ABEA5A-E9D7-51B6-B2A9-08CA230AA4A1}" dt="2026-04-24T21:41:53.789" v="8559" actId="1076"/>
          <ac:picMkLst>
            <pc:docMk/>
            <pc:sldMk cId="4237111463" sldId="271"/>
            <ac:picMk id="5122" creationId="{3E140055-846B-356B-73CE-89390E80354B}"/>
          </ac:picMkLst>
        </pc:picChg>
      </pc:sldChg>
      <pc:sldChg chg="addSp modSp add mod">
        <pc:chgData name="Santiago Arroniz" userId="971a8de3-2cd1-4714-be10-152f74e0533f" providerId="ADAL" clId="{84ABEA5A-E9D7-51B6-B2A9-08CA230AA4A1}" dt="2026-04-24T21:57:59.465" v="8567" actId="14100"/>
        <pc:sldMkLst>
          <pc:docMk/>
          <pc:sldMk cId="3263383237" sldId="272"/>
        </pc:sldMkLst>
        <pc:spChg chg="mod">
          <ac:chgData name="Santiago Arroniz" userId="971a8de3-2cd1-4714-be10-152f74e0533f" providerId="ADAL" clId="{84ABEA5A-E9D7-51B6-B2A9-08CA230AA4A1}" dt="2026-04-24T21:02:49.089" v="8408" actId="20577"/>
          <ac:spMkLst>
            <pc:docMk/>
            <pc:sldMk cId="3263383237" sldId="272"/>
            <ac:spMk id="3" creationId="{D3B3E750-F534-7792-3282-F340DE804594}"/>
          </ac:spMkLst>
        </pc:spChg>
        <pc:picChg chg="add mod">
          <ac:chgData name="Santiago Arroniz" userId="971a8de3-2cd1-4714-be10-152f74e0533f" providerId="ADAL" clId="{84ABEA5A-E9D7-51B6-B2A9-08CA230AA4A1}" dt="2026-04-24T21:45:26.086" v="8563" actId="1076"/>
          <ac:picMkLst>
            <pc:docMk/>
            <pc:sldMk cId="3263383237" sldId="272"/>
            <ac:picMk id="6146" creationId="{27E3BFC0-C364-93DB-9F3F-93F41B551BD7}"/>
          </ac:picMkLst>
        </pc:picChg>
        <pc:picChg chg="add mod">
          <ac:chgData name="Santiago Arroniz" userId="971a8de3-2cd1-4714-be10-152f74e0533f" providerId="ADAL" clId="{84ABEA5A-E9D7-51B6-B2A9-08CA230AA4A1}" dt="2026-04-24T21:57:59.465" v="8567" actId="14100"/>
          <ac:picMkLst>
            <pc:docMk/>
            <pc:sldMk cId="3263383237" sldId="272"/>
            <ac:picMk id="6148" creationId="{7DB141AA-2F92-7C6B-C21D-93778716E927}"/>
          </ac:picMkLst>
        </pc:picChg>
      </pc:sldChg>
      <pc:sldChg chg="delSp modSp add mod">
        <pc:chgData name="Santiago Arroniz" userId="971a8de3-2cd1-4714-be10-152f74e0533f" providerId="ADAL" clId="{84ABEA5A-E9D7-51B6-B2A9-08CA230AA4A1}" dt="2026-04-24T22:10:17.621" v="8649" actId="20577"/>
        <pc:sldMkLst>
          <pc:docMk/>
          <pc:sldMk cId="3439159885" sldId="273"/>
        </pc:sldMkLst>
        <pc:spChg chg="mod">
          <ac:chgData name="Santiago Arroniz" userId="971a8de3-2cd1-4714-be10-152f74e0533f" providerId="ADAL" clId="{84ABEA5A-E9D7-51B6-B2A9-08CA230AA4A1}" dt="2026-04-24T22:10:17.621" v="8649" actId="20577"/>
          <ac:spMkLst>
            <pc:docMk/>
            <pc:sldMk cId="3439159885" sldId="273"/>
            <ac:spMk id="3" creationId="{A56D1A94-B75B-AE0C-96B3-420A009B0012}"/>
          </ac:spMkLst>
        </pc:spChg>
        <pc:spChg chg="mod">
          <ac:chgData name="Santiago Arroniz" userId="971a8de3-2cd1-4714-be10-152f74e0533f" providerId="ADAL" clId="{84ABEA5A-E9D7-51B6-B2A9-08CA230AA4A1}" dt="2026-04-24T22:08:07.221" v="8576"/>
          <ac:spMkLst>
            <pc:docMk/>
            <pc:sldMk cId="3439159885" sldId="273"/>
            <ac:spMk id="6" creationId="{20338288-9BAB-60AC-3C7A-3C7A40A02E75}"/>
          </ac:spMkLst>
        </pc:spChg>
        <pc:picChg chg="del mod">
          <ac:chgData name="Santiago Arroniz" userId="971a8de3-2cd1-4714-be10-152f74e0533f" providerId="ADAL" clId="{84ABEA5A-E9D7-51B6-B2A9-08CA230AA4A1}" dt="2026-04-24T22:07:56.781" v="8572" actId="478"/>
          <ac:picMkLst>
            <pc:docMk/>
            <pc:sldMk cId="3439159885" sldId="273"/>
            <ac:picMk id="6146" creationId="{5770071A-08BE-5761-40B3-E63B8A75FC1F}"/>
          </ac:picMkLst>
        </pc:picChg>
        <pc:picChg chg="del mod">
          <ac:chgData name="Santiago Arroniz" userId="971a8de3-2cd1-4714-be10-152f74e0533f" providerId="ADAL" clId="{84ABEA5A-E9D7-51B6-B2A9-08CA230AA4A1}" dt="2026-04-24T22:07:57.204" v="8574" actId="478"/>
          <ac:picMkLst>
            <pc:docMk/>
            <pc:sldMk cId="3439159885" sldId="273"/>
            <ac:picMk id="6148" creationId="{958F02D7-2FF2-80AF-3509-DB54C197C2F2}"/>
          </ac:picMkLst>
        </pc:picChg>
      </pc:sldChg>
      <pc:sldChg chg="addSp delSp modSp add mod delAnim modAnim">
        <pc:chgData name="Santiago Arroniz" userId="971a8de3-2cd1-4714-be10-152f74e0533f" providerId="ADAL" clId="{84ABEA5A-E9D7-51B6-B2A9-08CA230AA4A1}" dt="2026-04-24T22:13:33.809" v="8715" actId="1076"/>
        <pc:sldMkLst>
          <pc:docMk/>
          <pc:sldMk cId="1444186894" sldId="274"/>
        </pc:sldMkLst>
        <pc:spChg chg="mod">
          <ac:chgData name="Santiago Arroniz" userId="971a8de3-2cd1-4714-be10-152f74e0533f" providerId="ADAL" clId="{84ABEA5A-E9D7-51B6-B2A9-08CA230AA4A1}" dt="2026-04-24T22:12:49.407" v="8707" actId="5793"/>
          <ac:spMkLst>
            <pc:docMk/>
            <pc:sldMk cId="1444186894" sldId="274"/>
            <ac:spMk id="3" creationId="{7690A19F-1718-AE15-AA21-23883897A295}"/>
          </ac:spMkLst>
        </pc:spChg>
        <pc:picChg chg="del">
          <ac:chgData name="Santiago Arroniz" userId="971a8de3-2cd1-4714-be10-152f74e0533f" providerId="ADAL" clId="{84ABEA5A-E9D7-51B6-B2A9-08CA230AA4A1}" dt="2026-04-24T22:12:31.869" v="8658" actId="478"/>
          <ac:picMkLst>
            <pc:docMk/>
            <pc:sldMk cId="1444186894" sldId="274"/>
            <ac:picMk id="4" creationId="{9E6AE961-DBAB-6E27-522C-5DA7C37352B6}"/>
          </ac:picMkLst>
        </pc:picChg>
        <pc:picChg chg="del">
          <ac:chgData name="Santiago Arroniz" userId="971a8de3-2cd1-4714-be10-152f74e0533f" providerId="ADAL" clId="{84ABEA5A-E9D7-51B6-B2A9-08CA230AA4A1}" dt="2026-04-24T22:12:30.905" v="8657" actId="478"/>
          <ac:picMkLst>
            <pc:docMk/>
            <pc:sldMk cId="1444186894" sldId="274"/>
            <ac:picMk id="8194" creationId="{1B42954E-B576-5EC5-CA29-615200CB991A}"/>
          </ac:picMkLst>
        </pc:picChg>
        <pc:picChg chg="add mod">
          <ac:chgData name="Santiago Arroniz" userId="971a8de3-2cd1-4714-be10-152f74e0533f" providerId="ADAL" clId="{84ABEA5A-E9D7-51B6-B2A9-08CA230AA4A1}" dt="2026-04-24T22:13:33.809" v="8715" actId="1076"/>
          <ac:picMkLst>
            <pc:docMk/>
            <pc:sldMk cId="1444186894" sldId="274"/>
            <ac:picMk id="10242" creationId="{DE36199C-1B80-0D45-BFE1-746C30266F9A}"/>
          </ac:picMkLst>
        </pc:picChg>
      </pc:sldChg>
      <pc:sldChg chg="addSp delSp modSp add mod modAnim">
        <pc:chgData name="Santiago Arroniz" userId="971a8de3-2cd1-4714-be10-152f74e0533f" providerId="ADAL" clId="{84ABEA5A-E9D7-51B6-B2A9-08CA230AA4A1}" dt="2026-04-24T22:20:27.324" v="9515" actId="1076"/>
        <pc:sldMkLst>
          <pc:docMk/>
          <pc:sldMk cId="3394716141" sldId="275"/>
        </pc:sldMkLst>
        <pc:spChg chg="mod">
          <ac:chgData name="Santiago Arroniz" userId="971a8de3-2cd1-4714-be10-152f74e0533f" providerId="ADAL" clId="{84ABEA5A-E9D7-51B6-B2A9-08CA230AA4A1}" dt="2026-04-24T22:16:19.103" v="9133" actId="20577"/>
          <ac:spMkLst>
            <pc:docMk/>
            <pc:sldMk cId="3394716141" sldId="275"/>
            <ac:spMk id="3" creationId="{364FC2BF-E3EC-E4EC-7B71-513420F5DCC5}"/>
          </ac:spMkLst>
        </pc:spChg>
        <pc:picChg chg="del">
          <ac:chgData name="Santiago Arroniz" userId="971a8de3-2cd1-4714-be10-152f74e0533f" providerId="ADAL" clId="{84ABEA5A-E9D7-51B6-B2A9-08CA230AA4A1}" dt="2026-04-24T22:14:37.430" v="8717" actId="478"/>
          <ac:picMkLst>
            <pc:docMk/>
            <pc:sldMk cId="3394716141" sldId="275"/>
            <ac:picMk id="10242" creationId="{921E374F-E44A-1130-7CCC-884938FAB50B}"/>
          </ac:picMkLst>
        </pc:picChg>
        <pc:picChg chg="add mod">
          <ac:chgData name="Santiago Arroniz" userId="971a8de3-2cd1-4714-be10-152f74e0533f" providerId="ADAL" clId="{84ABEA5A-E9D7-51B6-B2A9-08CA230AA4A1}" dt="2026-04-24T22:20:27.324" v="9515" actId="1076"/>
          <ac:picMkLst>
            <pc:docMk/>
            <pc:sldMk cId="3394716141" sldId="275"/>
            <ac:picMk id="13314" creationId="{CEF632DB-A7CE-ACFF-F57E-2B6AA58FBAA3}"/>
          </ac:picMkLst>
        </pc:picChg>
      </pc:sldChg>
      <pc:sldChg chg="modSp add mod">
        <pc:chgData name="Santiago Arroniz" userId="971a8de3-2cd1-4714-be10-152f74e0533f" providerId="ADAL" clId="{84ABEA5A-E9D7-51B6-B2A9-08CA230AA4A1}" dt="2026-04-24T22:17:15.519" v="9266" actId="27636"/>
        <pc:sldMkLst>
          <pc:docMk/>
          <pc:sldMk cId="2504761003" sldId="276"/>
        </pc:sldMkLst>
        <pc:spChg chg="mod">
          <ac:chgData name="Santiago Arroniz" userId="971a8de3-2cd1-4714-be10-152f74e0533f" providerId="ADAL" clId="{84ABEA5A-E9D7-51B6-B2A9-08CA230AA4A1}" dt="2026-04-24T22:17:15.519" v="9266" actId="27636"/>
          <ac:spMkLst>
            <pc:docMk/>
            <pc:sldMk cId="2504761003" sldId="276"/>
            <ac:spMk id="3" creationId="{0E4575B1-9107-BC93-1987-8EF2C902941B}"/>
          </ac:spMkLst>
        </pc:spChg>
      </pc:sldChg>
    </pc:docChg>
  </pc:docChgLst>
  <pc:docChgLst>
    <pc:chgData name="Santiago Arroniz" userId="971a8de3-2cd1-4714-be10-152f74e0533f" providerId="ADAL" clId="{8B253CA2-BC4A-5A13-A8B5-A8E58AEC0C2C}"/>
    <pc:docChg chg="custSel modSld">
      <pc:chgData name="Santiago Arroniz" userId="971a8de3-2cd1-4714-be10-152f74e0533f" providerId="ADAL" clId="{8B253CA2-BC4A-5A13-A8B5-A8E58AEC0C2C}" dt="2026-04-24T22:31:52.641" v="10" actId="20577"/>
      <pc:docMkLst>
        <pc:docMk/>
      </pc:docMkLst>
      <pc:sldChg chg="modSp mod">
        <pc:chgData name="Santiago Arroniz" userId="971a8de3-2cd1-4714-be10-152f74e0533f" providerId="ADAL" clId="{8B253CA2-BC4A-5A13-A8B5-A8E58AEC0C2C}" dt="2026-04-24T22:31:52.641" v="10" actId="20577"/>
        <pc:sldMkLst>
          <pc:docMk/>
          <pc:sldMk cId="3744954995" sldId="258"/>
        </pc:sldMkLst>
        <pc:spChg chg="mod">
          <ac:chgData name="Santiago Arroniz" userId="971a8de3-2cd1-4714-be10-152f74e0533f" providerId="ADAL" clId="{8B253CA2-BC4A-5A13-A8B5-A8E58AEC0C2C}" dt="2026-04-24T22:31:52.641" v="10" actId="20577"/>
          <ac:spMkLst>
            <pc:docMk/>
            <pc:sldMk cId="3744954995" sldId="258"/>
            <ac:spMk id="3" creationId="{F3FF4324-F9B0-2BF2-43C5-A3E8CC81BD9F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0EDFE2-5219-D64D-A18E-6A3671F182E2}" type="datetimeFigureOut">
              <a:rPr lang="en-US" smtClean="0"/>
              <a:t>4/24/26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22664D-0CE5-654E-B0DF-C7D2994781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3418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4/24/26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8063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4/24/26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904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4/24/26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4365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4/24/26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8128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4/24/26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1827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4/24/26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2311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4/24/26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5138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4/24/26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1517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4/24/26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9052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4/24/26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0745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4/24/26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8118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4/24/26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93569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8" r:id="rId6"/>
    <p:sldLayoutId id="2147483693" r:id="rId7"/>
    <p:sldLayoutId id="2147483694" r:id="rId8"/>
    <p:sldLayoutId id="2147483695" r:id="rId9"/>
    <p:sldLayoutId id="2147483697" r:id="rId10"/>
    <p:sldLayoutId id="2147483696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ithub.com/sarroniz/workshops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AD4D02DC-86D0-86A9-4404-26B11AF64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5CBF5F0-3358-8706-EB33-02EFE8D5D1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81055" y="1891339"/>
            <a:ext cx="9829536" cy="1952369"/>
          </a:xfrm>
        </p:spPr>
        <p:txBody>
          <a:bodyPr>
            <a:norm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rPr lang="en-US" dirty="0"/>
              <a:t>Introduction to Automatic Speech Recognition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1DA33B12-C19C-4279-98BE-64345E3AF9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94392" y="4731488"/>
            <a:ext cx="7202862" cy="345479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00000"/>
              </a:lnSpc>
              <a:defRPr sz="2400">
                <a:solidFill>
                  <a:srgbClr val="BFC0BF"/>
                </a:solidFill>
              </a:defRPr>
            </a:pPr>
            <a:r>
              <a:rPr lang="es-ES" sz="2400" dirty="0">
                <a:solidFill>
                  <a:schemeClr val="bg1">
                    <a:lumMod val="65000"/>
                  </a:schemeClr>
                </a:solidFill>
              </a:rPr>
              <a:t>Dr. Arróniz | World </a:t>
            </a:r>
            <a:r>
              <a:rPr lang="es-ES" sz="2400" dirty="0" err="1">
                <a:solidFill>
                  <a:schemeClr val="bg1">
                    <a:lumMod val="65000"/>
                  </a:schemeClr>
                </a:solidFill>
              </a:rPr>
              <a:t>Languages</a:t>
            </a:r>
            <a:r>
              <a:rPr lang="es-ES" sz="2400" dirty="0">
                <a:solidFill>
                  <a:schemeClr val="bg1">
                    <a:lumMod val="65000"/>
                  </a:schemeClr>
                </a:solidFill>
              </a:rPr>
              <a:t> &amp; </a:t>
            </a:r>
            <a:r>
              <a:rPr lang="es-ES" sz="2400" dirty="0" err="1">
                <a:solidFill>
                  <a:schemeClr val="bg1">
                    <a:lumMod val="65000"/>
                  </a:schemeClr>
                </a:solidFill>
              </a:rPr>
              <a:t>Literatures</a:t>
            </a:r>
            <a:r>
              <a:rPr lang="es-ES" sz="2400" dirty="0">
                <a:solidFill>
                  <a:schemeClr val="bg1">
                    <a:lumMod val="65000"/>
                  </a:schemeClr>
                </a:solidFill>
              </a:rPr>
              <a:t> | UNR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35C92CE-EFC3-5EAD-F90E-E0AEDC9D3F03}"/>
              </a:ext>
            </a:extLst>
          </p:cNvPr>
          <p:cNvSpPr/>
          <p:nvPr/>
        </p:nvSpPr>
        <p:spPr>
          <a:xfrm>
            <a:off x="0" y="6277664"/>
            <a:ext cx="12192000" cy="580335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A blue and white letter n&#10;&#10;AI-generated content may be incorrect.">
            <a:extLst>
              <a:ext uri="{FF2B5EF4-FFF2-40B4-BE49-F238E27FC236}">
                <a16:creationId xmlns:a16="http://schemas.microsoft.com/office/drawing/2014/main" id="{5ACD9636-117D-6BCE-1441-D4423E2CC8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08" y="6324846"/>
            <a:ext cx="488618" cy="485969"/>
          </a:xfrm>
          <a:prstGeom prst="rect">
            <a:avLst/>
          </a:prstGeom>
        </p:spPr>
      </p:pic>
      <p:sp>
        <p:nvSpPr>
          <p:cNvPr id="10" name="Subtitle 2">
            <a:extLst>
              <a:ext uri="{FF2B5EF4-FFF2-40B4-BE49-F238E27FC236}">
                <a16:creationId xmlns:a16="http://schemas.microsoft.com/office/drawing/2014/main" id="{172B9E6C-27A1-A35C-3E5B-06F84FC49DD2}"/>
              </a:ext>
            </a:extLst>
          </p:cNvPr>
          <p:cNvSpPr txBox="1">
            <a:spLocks/>
          </p:cNvSpPr>
          <p:nvPr/>
        </p:nvSpPr>
        <p:spPr>
          <a:xfrm>
            <a:off x="2148470" y="6352092"/>
            <a:ext cx="7894706" cy="5105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2400">
                <a:solidFill>
                  <a:srgbClr val="BFC0BF"/>
                </a:solidFill>
              </a:defRPr>
            </a:pPr>
            <a:r>
              <a:rPr lang="es-ES" sz="1400" dirty="0" err="1">
                <a:solidFill>
                  <a:srgbClr val="BFC0BF"/>
                </a:solidFill>
              </a:rPr>
              <a:t>Linguistics</a:t>
            </a:r>
            <a:r>
              <a:rPr lang="es-ES" sz="1400" dirty="0">
                <a:solidFill>
                  <a:srgbClr val="BFC0BF"/>
                </a:solidFill>
              </a:rPr>
              <a:t> Club Workshop – April 2026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D4FB34-187A-6C94-BFC9-D3FDD44C6B9A}"/>
              </a:ext>
            </a:extLst>
          </p:cNvPr>
          <p:cNvSpPr txBox="1">
            <a:spLocks/>
          </p:cNvSpPr>
          <p:nvPr/>
        </p:nvSpPr>
        <p:spPr>
          <a:xfrm>
            <a:off x="1181055" y="3583172"/>
            <a:ext cx="9829536" cy="7149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 sz="4400" b="1">
                <a:solidFill>
                  <a:srgbClr val="003366"/>
                </a:solidFill>
              </a:defRPr>
            </a:pPr>
            <a:r>
              <a:rPr lang="en-US" sz="2400" dirty="0">
                <a:solidFill>
                  <a:srgbClr val="003366"/>
                </a:solidFill>
              </a:rPr>
              <a:t>How does a machine know what you just said?</a:t>
            </a:r>
          </a:p>
        </p:txBody>
      </p:sp>
    </p:spTree>
    <p:extLst>
      <p:ext uri="{BB962C8B-B14F-4D97-AF65-F5344CB8AC3E}">
        <p14:creationId xmlns:p14="http://schemas.microsoft.com/office/powerpoint/2010/main" val="13656537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D22462-23CA-7361-D192-8092B042B5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FF4324-F9B0-2BF2-43C5-A3E8CC81BD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446664"/>
            <a:ext cx="10653579" cy="4189862"/>
          </a:xfrm>
        </p:spPr>
        <p:txBody>
          <a:bodyPr>
            <a:normAutofit lnSpcReduction="10000"/>
          </a:bodyPr>
          <a:lstStyle/>
          <a:p>
            <a:pPr marL="457200" indent="-457200">
              <a:buAutoNum type="arabicPeriod"/>
            </a:pPr>
            <a:r>
              <a:rPr lang="en-US" sz="2400" dirty="0"/>
              <a:t>Sound = Numbers</a:t>
            </a:r>
          </a:p>
          <a:p>
            <a:pPr marL="457200" indent="-457200">
              <a:buAutoNum type="arabicPeriod"/>
            </a:pPr>
            <a:r>
              <a:rPr lang="en-US" sz="2400" dirty="0"/>
              <a:t>A better way to look at sounds</a:t>
            </a:r>
          </a:p>
          <a:p>
            <a:pPr marL="457200" indent="-457200">
              <a:buAutoNum type="arabicPeriod"/>
            </a:pPr>
            <a:r>
              <a:rPr lang="en-US" sz="2400" dirty="0"/>
              <a:t>Understanding sound recognizers</a:t>
            </a:r>
          </a:p>
          <a:p>
            <a:pPr marL="457200" indent="-457200">
              <a:buAutoNum type="arabicPeriod"/>
            </a:pPr>
            <a:r>
              <a:rPr lang="en-US" sz="2400" dirty="0"/>
              <a:t>How the big systems do it</a:t>
            </a:r>
          </a:p>
          <a:p>
            <a:pPr marL="457200" indent="-457200">
              <a:buAutoNum type="arabicPeriod"/>
            </a:pPr>
            <a:r>
              <a:rPr lang="en-US" sz="2400" dirty="0"/>
              <a:t>What this means for language</a:t>
            </a:r>
          </a:p>
          <a:p>
            <a:pPr marL="457200" indent="-457200">
              <a:buAutoNum type="arabicPeriod"/>
            </a:pPr>
            <a:endParaRPr lang="en-US" sz="2400" dirty="0"/>
          </a:p>
          <a:p>
            <a:pPr marL="457200" indent="-457200">
              <a:buAutoNum type="arabicPeriod"/>
            </a:pPr>
            <a:endParaRPr lang="en-US" sz="2400" dirty="0"/>
          </a:p>
          <a:p>
            <a:pPr marL="0" indent="0">
              <a:buNone/>
            </a:pPr>
            <a:r>
              <a:rPr lang="en-US" sz="2400" dirty="0">
                <a:hlinkClick r:id="rId2"/>
              </a:rPr>
              <a:t>https://github.com/sarroniz/workshops</a:t>
            </a:r>
            <a:r>
              <a:rPr lang="en-US" sz="2400" dirty="0"/>
              <a:t> </a:t>
            </a:r>
          </a:p>
        </p:txBody>
      </p:sp>
      <p:pic>
        <p:nvPicPr>
          <p:cNvPr id="5" name="Picture 4" descr="A blue and white letter n&#10;&#10;AI-generated content may be incorrect.">
            <a:extLst>
              <a:ext uri="{FF2B5EF4-FFF2-40B4-BE49-F238E27FC236}">
                <a16:creationId xmlns:a16="http://schemas.microsoft.com/office/drawing/2014/main" id="{60B603BE-521E-314A-2DF2-E1182DDEBD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08" y="6022181"/>
            <a:ext cx="770198" cy="766023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CF0AD87E-8BCD-D113-EC24-A9A687317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672834"/>
          </a:xfrm>
        </p:spPr>
        <p:txBody>
          <a:bodyPr/>
          <a:lstStyle/>
          <a:p>
            <a:pPr>
              <a:defRPr sz="3600">
                <a:solidFill>
                  <a:srgbClr val="003366"/>
                </a:solidFill>
              </a:defRPr>
            </a:pPr>
            <a:r>
              <a:rPr lang="es-ES" dirty="0"/>
              <a:t>Agenda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449549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37FFDF-2FCD-C3CE-75AB-F70C406F94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42E9DE-346A-9E84-B0E5-F825C786C9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446664"/>
            <a:ext cx="10653579" cy="4862696"/>
          </a:xfrm>
        </p:spPr>
        <p:txBody>
          <a:bodyPr>
            <a:normAutofit/>
          </a:bodyPr>
          <a:lstStyle/>
          <a:p>
            <a:r>
              <a:rPr lang="en-US" dirty="0"/>
              <a:t>When you speak, you push air</a:t>
            </a:r>
          </a:p>
          <a:p>
            <a:r>
              <a:rPr lang="en-US" dirty="0"/>
              <a:t>That moving air creates pressure waves</a:t>
            </a:r>
          </a:p>
          <a:p>
            <a:r>
              <a:rPr lang="en-US" dirty="0"/>
              <a:t>Your microphone measures those waves 22,000 times per second and turns each measurement into a number</a:t>
            </a:r>
          </a:p>
          <a:p>
            <a:r>
              <a:rPr lang="en-US" dirty="0"/>
              <a:t>So “hello” becomes something like: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 descr="A blue and white letter n&#10;&#10;AI-generated content may be incorrect.">
            <a:extLst>
              <a:ext uri="{FF2B5EF4-FFF2-40B4-BE49-F238E27FC236}">
                <a16:creationId xmlns:a16="http://schemas.microsoft.com/office/drawing/2014/main" id="{4A8F2324-FC02-4329-7867-6B03DBCD44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08" y="6022181"/>
            <a:ext cx="770198" cy="766023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CF732E6B-B2D8-987F-2EEC-F665279AF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672834"/>
          </a:xfrm>
        </p:spPr>
        <p:txBody>
          <a:bodyPr/>
          <a:lstStyle/>
          <a:p>
            <a:pPr>
              <a:defRPr sz="3600">
                <a:solidFill>
                  <a:srgbClr val="003366"/>
                </a:solidFill>
              </a:defRPr>
            </a:pPr>
            <a:r>
              <a:rPr lang="es-ES" dirty="0" err="1"/>
              <a:t>What</a:t>
            </a:r>
            <a:r>
              <a:rPr lang="es-ES" dirty="0"/>
              <a:t> </a:t>
            </a:r>
            <a:r>
              <a:rPr lang="es-ES" dirty="0" err="1"/>
              <a:t>is</a:t>
            </a:r>
            <a:r>
              <a:rPr lang="es-ES" dirty="0"/>
              <a:t> a </a:t>
            </a:r>
            <a:r>
              <a:rPr lang="es-ES" dirty="0" err="1"/>
              <a:t>sound</a:t>
            </a:r>
            <a:r>
              <a:rPr lang="es-ES" dirty="0"/>
              <a:t>?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4AE5BA9-3B20-86F7-8F99-85A571285F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8553" y="3344826"/>
            <a:ext cx="6400800" cy="381000"/>
          </a:xfrm>
          <a:prstGeom prst="rect">
            <a:avLst/>
          </a:prstGeom>
        </p:spPr>
      </p:pic>
      <p:pic>
        <p:nvPicPr>
          <p:cNvPr id="8194" name="Picture 2">
            <a:extLst>
              <a:ext uri="{FF2B5EF4-FFF2-40B4-BE49-F238E27FC236}">
                <a16:creationId xmlns:a16="http://schemas.microsoft.com/office/drawing/2014/main" id="{D695AC0E-449C-2546-E59D-7566988B1E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2191" y="4072270"/>
            <a:ext cx="5592724" cy="22370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369788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19634E-CE61-00C1-9727-2177C1BA4B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90A19F-1718-AE15-AA21-23883897A2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446664"/>
            <a:ext cx="10653579" cy="4862696"/>
          </a:xfrm>
        </p:spPr>
        <p:txBody>
          <a:bodyPr>
            <a:normAutofit/>
          </a:bodyPr>
          <a:lstStyle/>
          <a:p>
            <a:r>
              <a:rPr lang="en-US" dirty="0"/>
              <a:t>But it’s not as simple as a single waveform…</a:t>
            </a:r>
          </a:p>
        </p:txBody>
      </p:sp>
      <p:pic>
        <p:nvPicPr>
          <p:cNvPr id="5" name="Picture 4" descr="A blue and white letter n&#10;&#10;AI-generated content may be incorrect.">
            <a:extLst>
              <a:ext uri="{FF2B5EF4-FFF2-40B4-BE49-F238E27FC236}">
                <a16:creationId xmlns:a16="http://schemas.microsoft.com/office/drawing/2014/main" id="{202A7A8D-B8F7-B749-C069-F00F35ADFC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08" y="6022181"/>
            <a:ext cx="770198" cy="766023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7DBB4F4-20A5-6C7D-1C1E-17A7CD7593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672834"/>
          </a:xfrm>
        </p:spPr>
        <p:txBody>
          <a:bodyPr/>
          <a:lstStyle/>
          <a:p>
            <a:pPr>
              <a:defRPr sz="3600">
                <a:solidFill>
                  <a:srgbClr val="003366"/>
                </a:solidFill>
              </a:defRPr>
            </a:pPr>
            <a:r>
              <a:rPr lang="es-ES" dirty="0" err="1"/>
              <a:t>What</a:t>
            </a:r>
            <a:r>
              <a:rPr lang="es-ES" dirty="0"/>
              <a:t> </a:t>
            </a:r>
            <a:r>
              <a:rPr lang="es-ES" dirty="0" err="1"/>
              <a:t>is</a:t>
            </a:r>
            <a:r>
              <a:rPr lang="es-ES" dirty="0"/>
              <a:t> a </a:t>
            </a:r>
            <a:r>
              <a:rPr lang="es-ES" dirty="0" err="1"/>
              <a:t>sound</a:t>
            </a:r>
            <a:r>
              <a:rPr lang="es-ES" dirty="0"/>
              <a:t>?</a:t>
            </a:r>
            <a:endParaRPr dirty="0"/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DE36199C-1B80-0D45-BFE1-746C30266F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5102" y="1934252"/>
            <a:ext cx="6921795" cy="46145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44186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D9BA37-0436-590F-5CF6-FF29E4513E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4FC2BF-E3EC-E4EC-7B71-513420F5DC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446664"/>
            <a:ext cx="10653579" cy="4862696"/>
          </a:xfrm>
        </p:spPr>
        <p:txBody>
          <a:bodyPr>
            <a:normAutofit/>
          </a:bodyPr>
          <a:lstStyle/>
          <a:p>
            <a:r>
              <a:rPr lang="en-US" dirty="0"/>
              <a:t>To separate out the components of a complex waveform, we use a mathematical tool called the </a:t>
            </a:r>
            <a:r>
              <a:rPr lang="en-US" b="1" dirty="0"/>
              <a:t>Fourier transform</a:t>
            </a:r>
          </a:p>
          <a:p>
            <a:r>
              <a:rPr lang="en-US" dirty="0"/>
              <a:t>It analyzes a waveform and reveals which frequencies are present and how strong they are</a:t>
            </a:r>
          </a:p>
          <a:p>
            <a:r>
              <a:rPr lang="en-US" dirty="0"/>
              <a:t>It turns a single, messy signal into a collection of building blocks, like separating a chord into individual notes</a:t>
            </a:r>
          </a:p>
        </p:txBody>
      </p:sp>
      <p:pic>
        <p:nvPicPr>
          <p:cNvPr id="5" name="Picture 4" descr="A blue and white letter n&#10;&#10;AI-generated content may be incorrect.">
            <a:extLst>
              <a:ext uri="{FF2B5EF4-FFF2-40B4-BE49-F238E27FC236}">
                <a16:creationId xmlns:a16="http://schemas.microsoft.com/office/drawing/2014/main" id="{BAB7408D-47CA-C1CD-8650-F8D9D8907F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08" y="6022181"/>
            <a:ext cx="770198" cy="766023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5D34E46-CA36-20F3-2AE8-6A9196A8C0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672834"/>
          </a:xfrm>
        </p:spPr>
        <p:txBody>
          <a:bodyPr/>
          <a:lstStyle/>
          <a:p>
            <a:pPr>
              <a:defRPr sz="3600">
                <a:solidFill>
                  <a:srgbClr val="003366"/>
                </a:solidFill>
              </a:defRPr>
            </a:pPr>
            <a:r>
              <a:rPr lang="es-ES" dirty="0" err="1"/>
              <a:t>What</a:t>
            </a:r>
            <a:r>
              <a:rPr lang="es-ES" dirty="0"/>
              <a:t> </a:t>
            </a:r>
            <a:r>
              <a:rPr lang="es-ES" dirty="0" err="1"/>
              <a:t>is</a:t>
            </a:r>
            <a:r>
              <a:rPr lang="es-ES" dirty="0"/>
              <a:t> a </a:t>
            </a:r>
            <a:r>
              <a:rPr lang="es-ES" dirty="0" err="1"/>
              <a:t>sound</a:t>
            </a:r>
            <a:r>
              <a:rPr lang="es-ES" dirty="0"/>
              <a:t>?</a:t>
            </a:r>
            <a:endParaRPr dirty="0"/>
          </a:p>
        </p:txBody>
      </p:sp>
      <p:pic>
        <p:nvPicPr>
          <p:cNvPr id="13314" name="Picture 2" descr="An Intuitive Interpretation Of The Fourier Transform (or The Link Between Fourier  Analysis And Linear Algebra) · Devin Cody">
            <a:extLst>
              <a:ext uri="{FF2B5EF4-FFF2-40B4-BE49-F238E27FC236}">
                <a16:creationId xmlns:a16="http://schemas.microsoft.com/office/drawing/2014/main" id="{CEF632DB-A7CE-ACFF-F57E-2B6AA58FBA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3602907"/>
            <a:ext cx="4550108" cy="31852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947161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40C085-1D71-E9EC-E13B-AA051D34B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4BD65D-A0D0-96EF-140B-4F4396F2AA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446663"/>
            <a:ext cx="10653579" cy="5017932"/>
          </a:xfrm>
        </p:spPr>
        <p:txBody>
          <a:bodyPr>
            <a:normAutofit/>
          </a:bodyPr>
          <a:lstStyle/>
          <a:p>
            <a:r>
              <a:rPr lang="en-US" sz="2000" dirty="0"/>
              <a:t>The raw waveform is hard to work with: it’s like trying to recognize a song by starin</a:t>
            </a:r>
            <a:r>
              <a:rPr lang="en-US" dirty="0"/>
              <a:t>g at the vinyl grooves</a:t>
            </a:r>
          </a:p>
          <a:p>
            <a:r>
              <a:rPr lang="en-US" sz="2000" dirty="0"/>
              <a:t>We need a better picture: </a:t>
            </a:r>
            <a:r>
              <a:rPr lang="en-US" sz="2000" b="1" dirty="0"/>
              <a:t>the spectrogram</a:t>
            </a:r>
          </a:p>
          <a:p>
            <a:r>
              <a:rPr lang="en-US" dirty="0"/>
              <a:t>A spectrogram uses the Fourier transform to show how a sound’s frequency content changes over time</a:t>
            </a:r>
          </a:p>
          <a:p>
            <a:pPr lvl="2"/>
            <a:r>
              <a:rPr lang="en-US" dirty="0"/>
              <a:t>First, slice the waveform into small time windows</a:t>
            </a:r>
          </a:p>
          <a:p>
            <a:pPr lvl="2"/>
            <a:r>
              <a:rPr lang="en-US" dirty="0"/>
              <a:t>Next, run a Fourier transform on each window to get its frequency breakdown</a:t>
            </a:r>
          </a:p>
          <a:p>
            <a:pPr lvl="2"/>
            <a:r>
              <a:rPr lang="en-US" dirty="0"/>
              <a:t>Finally, stacks those windows in sequence to form a time-frequency graph</a:t>
            </a:r>
          </a:p>
        </p:txBody>
      </p:sp>
      <p:pic>
        <p:nvPicPr>
          <p:cNvPr id="5" name="Picture 4" descr="A blue and white letter n&#10;&#10;AI-generated content may be incorrect.">
            <a:extLst>
              <a:ext uri="{FF2B5EF4-FFF2-40B4-BE49-F238E27FC236}">
                <a16:creationId xmlns:a16="http://schemas.microsoft.com/office/drawing/2014/main" id="{04F3B165-2756-372E-7206-4004074780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08" y="6022181"/>
            <a:ext cx="770198" cy="766023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ACA7CD82-9B15-83A2-77E6-C52DF1E31C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672834"/>
          </a:xfrm>
        </p:spPr>
        <p:txBody>
          <a:bodyPr/>
          <a:lstStyle/>
          <a:p>
            <a:pPr>
              <a:defRPr sz="3600">
                <a:solidFill>
                  <a:srgbClr val="003366"/>
                </a:solidFill>
              </a:defRPr>
            </a:pPr>
            <a:r>
              <a:rPr lang="es-ES" dirty="0"/>
              <a:t>A </a:t>
            </a:r>
            <a:r>
              <a:rPr lang="es-ES" dirty="0" err="1"/>
              <a:t>better</a:t>
            </a:r>
            <a:r>
              <a:rPr lang="es-ES" dirty="0"/>
              <a:t> </a:t>
            </a:r>
            <a:r>
              <a:rPr lang="es-ES" dirty="0" err="1"/>
              <a:t>way</a:t>
            </a:r>
            <a:r>
              <a:rPr lang="es-ES" dirty="0"/>
              <a:t> </a:t>
            </a:r>
            <a:r>
              <a:rPr lang="es-ES" dirty="0" err="1"/>
              <a:t>to</a:t>
            </a:r>
            <a:r>
              <a:rPr lang="es-ES" dirty="0"/>
              <a:t> look at </a:t>
            </a:r>
            <a:r>
              <a:rPr lang="es-ES" dirty="0" err="1"/>
              <a:t>sounds</a:t>
            </a:r>
            <a:endParaRPr dirty="0"/>
          </a:p>
        </p:txBody>
      </p:sp>
      <p:pic>
        <p:nvPicPr>
          <p:cNvPr id="1030" name="Picture 6" descr="Spectrogram - Wikipedia">
            <a:extLst>
              <a:ext uri="{FF2B5EF4-FFF2-40B4-BE49-F238E27FC236}">
                <a16:creationId xmlns:a16="http://schemas.microsoft.com/office/drawing/2014/main" id="{BDB69E29-851A-CA06-7311-C0852E3DCF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67" y="4718129"/>
            <a:ext cx="3790286" cy="1971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988304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736A5D-7D01-450E-FD0F-AB291D51D5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575B1-9107-BC93-1987-8EF2C90294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446663"/>
            <a:ext cx="10653579" cy="5017932"/>
          </a:xfrm>
        </p:spPr>
        <p:txBody>
          <a:bodyPr>
            <a:normAutofit/>
          </a:bodyPr>
          <a:lstStyle/>
          <a:p>
            <a:r>
              <a:rPr lang="en-US" dirty="0"/>
              <a:t>Instead of showing how loud at each moment, it shows which frequencies are present at each moment:</a:t>
            </a:r>
          </a:p>
          <a:p>
            <a:pPr lvl="2"/>
            <a:r>
              <a:rPr lang="en-US" sz="1900" dirty="0"/>
              <a:t>X-axis → time</a:t>
            </a:r>
          </a:p>
          <a:p>
            <a:pPr lvl="2"/>
            <a:r>
              <a:rPr lang="en-US" sz="1900" dirty="0"/>
              <a:t>Y-axis ↑ frequency (low sounds at the bottom, high sounds at the top)</a:t>
            </a:r>
          </a:p>
          <a:p>
            <a:pPr lvl="2"/>
            <a:r>
              <a:rPr lang="en-US" sz="1900" dirty="0"/>
              <a:t>Brightness = energy (how much of that frequency is present)</a:t>
            </a:r>
          </a:p>
          <a:p>
            <a:pPr lvl="1"/>
            <a:endParaRPr lang="en-US" dirty="0"/>
          </a:p>
          <a:p>
            <a:r>
              <a:rPr lang="en-US" dirty="0"/>
              <a:t>Think of it like a sheet music vs. audio playback. The waveform is the sound hitting the air. The spectrogram is the score – something you can read and compare</a:t>
            </a:r>
          </a:p>
        </p:txBody>
      </p:sp>
      <p:pic>
        <p:nvPicPr>
          <p:cNvPr id="5" name="Picture 4" descr="A blue and white letter n&#10;&#10;AI-generated content may be incorrect.">
            <a:extLst>
              <a:ext uri="{FF2B5EF4-FFF2-40B4-BE49-F238E27FC236}">
                <a16:creationId xmlns:a16="http://schemas.microsoft.com/office/drawing/2014/main" id="{44BAA693-CB18-7F13-DBDB-90EB757177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08" y="6022181"/>
            <a:ext cx="770198" cy="766023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209556B5-CBFB-07D0-CF3C-930313C506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672834"/>
          </a:xfrm>
        </p:spPr>
        <p:txBody>
          <a:bodyPr/>
          <a:lstStyle/>
          <a:p>
            <a:pPr>
              <a:defRPr sz="3600">
                <a:solidFill>
                  <a:srgbClr val="003366"/>
                </a:solidFill>
              </a:defRPr>
            </a:pPr>
            <a:r>
              <a:rPr lang="es-ES" dirty="0"/>
              <a:t>A </a:t>
            </a:r>
            <a:r>
              <a:rPr lang="es-ES" dirty="0" err="1"/>
              <a:t>better</a:t>
            </a:r>
            <a:r>
              <a:rPr lang="es-ES" dirty="0"/>
              <a:t> </a:t>
            </a:r>
            <a:r>
              <a:rPr lang="es-ES" dirty="0" err="1"/>
              <a:t>way</a:t>
            </a:r>
            <a:r>
              <a:rPr lang="es-ES" dirty="0"/>
              <a:t> </a:t>
            </a:r>
            <a:r>
              <a:rPr lang="es-ES" dirty="0" err="1"/>
              <a:t>to</a:t>
            </a:r>
            <a:r>
              <a:rPr lang="es-ES" dirty="0"/>
              <a:t> look at </a:t>
            </a:r>
            <a:r>
              <a:rPr lang="es-ES" dirty="0" err="1"/>
              <a:t>sounds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047610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09A7E9-3CD0-7E56-F9CA-24A9E26A3D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8E949D-1342-5D78-C386-C9F11568F7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446663"/>
            <a:ext cx="10653579" cy="5017932"/>
          </a:xfrm>
        </p:spPr>
        <p:txBody>
          <a:bodyPr>
            <a:normAutofit/>
          </a:bodyPr>
          <a:lstStyle/>
          <a:p>
            <a:r>
              <a:rPr lang="en-US" sz="1900" dirty="0"/>
              <a:t>In a spectrogram, every feature you see corresponds to something your mouth is doing</a:t>
            </a:r>
          </a:p>
          <a:p>
            <a:r>
              <a:rPr lang="en-US" sz="1900" b="1" dirty="0"/>
              <a:t>Formants – the “shape” of a vowel</a:t>
            </a:r>
          </a:p>
          <a:p>
            <a:pPr lvl="2"/>
            <a:r>
              <a:rPr lang="en-US" sz="1800" dirty="0"/>
              <a:t>Dark horizontal bands that run across the spectrogram are called formants</a:t>
            </a:r>
          </a:p>
          <a:p>
            <a:pPr lvl="2"/>
            <a:r>
              <a:rPr lang="en-US" sz="1800" dirty="0"/>
              <a:t>They are the resonant frequencies of your vocal tract – basically, the acoustic signature of the shape your mouth is in</a:t>
            </a:r>
          </a:p>
          <a:p>
            <a:pPr marL="914400" lvl="4" indent="0">
              <a:buNone/>
            </a:pPr>
            <a:r>
              <a:rPr lang="en-US" sz="1800" b="1" dirty="0"/>
              <a:t>F1 </a:t>
            </a:r>
            <a:r>
              <a:rPr lang="en-US" sz="1800" dirty="0"/>
              <a:t>(the lowest band): </a:t>
            </a:r>
            <a:br>
              <a:rPr lang="en-US" sz="1800" dirty="0"/>
            </a:br>
            <a:r>
              <a:rPr lang="en-US" sz="1800" dirty="0"/>
              <a:t>   tracks how open your mouth is</a:t>
            </a:r>
            <a:br>
              <a:rPr lang="en-US" sz="1800" dirty="0"/>
            </a:br>
            <a:r>
              <a:rPr lang="en-US" sz="1800" b="1" dirty="0"/>
              <a:t>F2</a:t>
            </a:r>
            <a:r>
              <a:rPr lang="en-US" sz="1800" dirty="0"/>
              <a:t> (the second band) :</a:t>
            </a:r>
            <a:br>
              <a:rPr lang="en-US" sz="1800" dirty="0"/>
            </a:br>
            <a:r>
              <a:rPr lang="en-US" sz="1800" dirty="0"/>
              <a:t>   tracks how front or back your tongue is</a:t>
            </a:r>
            <a:br>
              <a:rPr lang="en-US" sz="1800" dirty="0"/>
            </a:br>
            <a:r>
              <a:rPr lang="en-US" sz="1800" b="1" dirty="0"/>
              <a:t>F3</a:t>
            </a:r>
            <a:r>
              <a:rPr lang="en-US" sz="1800" dirty="0"/>
              <a:t> (the third band):</a:t>
            </a:r>
            <a:br>
              <a:rPr lang="en-US" sz="1800" dirty="0"/>
            </a:br>
            <a:r>
              <a:rPr lang="en-US" sz="1800" dirty="0"/>
              <a:t>   tracks vocal tract configurations related</a:t>
            </a:r>
            <a:br>
              <a:rPr lang="en-US" sz="1800" dirty="0"/>
            </a:br>
            <a:r>
              <a:rPr lang="en-US" sz="1800" dirty="0"/>
              <a:t>   to rhoticity and lip rounding</a:t>
            </a:r>
          </a:p>
          <a:p>
            <a:pPr lvl="1"/>
            <a:endParaRPr lang="en-US" sz="1700" dirty="0"/>
          </a:p>
        </p:txBody>
      </p:sp>
      <p:pic>
        <p:nvPicPr>
          <p:cNvPr id="5" name="Picture 4" descr="A blue and white letter n&#10;&#10;AI-generated content may be incorrect.">
            <a:extLst>
              <a:ext uri="{FF2B5EF4-FFF2-40B4-BE49-F238E27FC236}">
                <a16:creationId xmlns:a16="http://schemas.microsoft.com/office/drawing/2014/main" id="{4290D782-148A-E7A1-032F-77621B9661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08" y="6022181"/>
            <a:ext cx="770198" cy="766023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E432A34E-809E-D7BC-80B1-8E3AEDBD1C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672834"/>
          </a:xfrm>
        </p:spPr>
        <p:txBody>
          <a:bodyPr/>
          <a:lstStyle/>
          <a:p>
            <a:pPr>
              <a:defRPr sz="3600">
                <a:solidFill>
                  <a:srgbClr val="003366"/>
                </a:solidFill>
              </a:defRPr>
            </a:pPr>
            <a:r>
              <a:rPr lang="es-ES" dirty="0"/>
              <a:t>Reading a </a:t>
            </a:r>
            <a:r>
              <a:rPr lang="es-ES" dirty="0" err="1"/>
              <a:t>spectrogram</a:t>
            </a:r>
            <a:endParaRPr dirty="0"/>
          </a:p>
        </p:txBody>
      </p:sp>
      <p:pic>
        <p:nvPicPr>
          <p:cNvPr id="4098" name="Picture 2" descr="2.2. Formants of Vowels – Phonetics and Phonology">
            <a:extLst>
              <a:ext uri="{FF2B5EF4-FFF2-40B4-BE49-F238E27FC236}">
                <a16:creationId xmlns:a16="http://schemas.microsoft.com/office/drawing/2014/main" id="{DC907189-28C7-F953-2A6D-6611262066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7259" y="3295793"/>
            <a:ext cx="4773871" cy="33939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576946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B41C23-63EA-93D7-704F-11DDC1F4F8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007424-199A-166A-1F49-9909A7AC56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446663"/>
            <a:ext cx="10653579" cy="5017932"/>
          </a:xfrm>
        </p:spPr>
        <p:txBody>
          <a:bodyPr>
            <a:normAutofit/>
          </a:bodyPr>
          <a:lstStyle/>
          <a:p>
            <a:r>
              <a:rPr lang="en-US" sz="1900" b="1" dirty="0"/>
              <a:t>Pitch (F0) – the fundamental frequency</a:t>
            </a:r>
          </a:p>
          <a:p>
            <a:pPr lvl="2"/>
            <a:r>
              <a:rPr lang="en-US" sz="1800" dirty="0"/>
              <a:t>When your vocal folds vibrate, they produce a periodic signal at your speaking pitch</a:t>
            </a:r>
          </a:p>
          <a:p>
            <a:pPr lvl="2"/>
            <a:r>
              <a:rPr lang="en-US" sz="1800" dirty="0"/>
              <a:t>This shows up as a stack of evenly-spaced horizontal lines at the bottom of the spectrogram (called </a:t>
            </a:r>
            <a:r>
              <a:rPr lang="en-US" sz="1800" b="1" dirty="0"/>
              <a:t>harmonics</a:t>
            </a:r>
            <a:r>
              <a:rPr lang="en-US" sz="1800" dirty="0"/>
              <a:t>)</a:t>
            </a:r>
          </a:p>
          <a:p>
            <a:pPr marL="914400" lvl="4" indent="0">
              <a:buNone/>
            </a:pPr>
            <a:r>
              <a:rPr lang="en-US" sz="1400" dirty="0"/>
              <a:t>Voiced sounds (vowels, /v/, /z/, /m/, etc.) → harmonics visible, evenly spaced</a:t>
            </a:r>
            <a:br>
              <a:rPr lang="en-US" sz="1400" dirty="0"/>
            </a:br>
            <a:r>
              <a:rPr lang="en-US" sz="1400" dirty="0"/>
              <a:t>Voiceless sounds (consonants like /s/, /f/, /p/, etc.) → no harmonics, just noise or silence</a:t>
            </a:r>
          </a:p>
          <a:p>
            <a:pPr marL="914400" lvl="4" indent="0">
              <a:buNone/>
            </a:pPr>
            <a:endParaRPr lang="en-US" sz="1400" dirty="0"/>
          </a:p>
          <a:p>
            <a:pPr lvl="1"/>
            <a:endParaRPr lang="en-US" sz="1700" dirty="0"/>
          </a:p>
        </p:txBody>
      </p:sp>
      <p:pic>
        <p:nvPicPr>
          <p:cNvPr id="5" name="Picture 4" descr="A blue and white letter n&#10;&#10;AI-generated content may be incorrect.">
            <a:extLst>
              <a:ext uri="{FF2B5EF4-FFF2-40B4-BE49-F238E27FC236}">
                <a16:creationId xmlns:a16="http://schemas.microsoft.com/office/drawing/2014/main" id="{24E8668D-C347-9789-1126-B40FDC2CB5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08" y="6022181"/>
            <a:ext cx="770198" cy="766023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A12804CC-07CE-C73D-3AFE-89055E2E6D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672834"/>
          </a:xfrm>
        </p:spPr>
        <p:txBody>
          <a:bodyPr/>
          <a:lstStyle/>
          <a:p>
            <a:pPr>
              <a:defRPr sz="3600">
                <a:solidFill>
                  <a:srgbClr val="003366"/>
                </a:solidFill>
              </a:defRPr>
            </a:pPr>
            <a:r>
              <a:rPr lang="es-ES" dirty="0"/>
              <a:t>Reading a </a:t>
            </a:r>
            <a:r>
              <a:rPr lang="es-ES" dirty="0" err="1"/>
              <a:t>spectrogram</a:t>
            </a:r>
            <a:endParaRPr dirty="0"/>
          </a:p>
        </p:txBody>
      </p:sp>
      <p:pic>
        <p:nvPicPr>
          <p:cNvPr id="5122" name="Picture 2" descr="Volitional exaggeration of body size through fundamental and formant  frequency modulation in humans | Scientific Reports">
            <a:extLst>
              <a:ext uri="{FF2B5EF4-FFF2-40B4-BE49-F238E27FC236}">
                <a16:creationId xmlns:a16="http://schemas.microsoft.com/office/drawing/2014/main" id="{3E140055-846B-356B-73CE-89390E8035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2305" y="3644958"/>
            <a:ext cx="5714262" cy="3044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371114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4556EA-82E6-E8E0-0AFC-7FE2CA96E8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B3E750-F534-7792-3282-F340DE8045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446663"/>
            <a:ext cx="10653579" cy="5017932"/>
          </a:xfrm>
        </p:spPr>
        <p:txBody>
          <a:bodyPr>
            <a:normAutofit/>
          </a:bodyPr>
          <a:lstStyle/>
          <a:p>
            <a:r>
              <a:rPr lang="en-US" sz="1900" b="1" dirty="0"/>
              <a:t>Frication and burst – the “shape” of a consonant</a:t>
            </a:r>
          </a:p>
          <a:p>
            <a:pPr lvl="2"/>
            <a:r>
              <a:rPr lang="en-US" sz="1800" dirty="0"/>
              <a:t>Fricatives (/s/, /f/, /</a:t>
            </a:r>
            <a:r>
              <a:rPr lang="en-US" sz="1800" dirty="0" err="1"/>
              <a:t>sh</a:t>
            </a:r>
            <a:r>
              <a:rPr lang="en-US" sz="1800" dirty="0"/>
              <a:t>/) appear as a cloud of broadband noise – grainy texture with no clear horizontal structure</a:t>
            </a:r>
          </a:p>
          <a:p>
            <a:pPr lvl="2"/>
            <a:r>
              <a:rPr lang="en-US" sz="1800" dirty="0"/>
              <a:t>Stops (/p/, /t/, /k/) appear as a gap (closure) followed by a sharp vertical burst line (release)</a:t>
            </a:r>
            <a:endParaRPr lang="en-US" sz="1400" dirty="0"/>
          </a:p>
          <a:p>
            <a:pPr lvl="1"/>
            <a:endParaRPr lang="en-US" sz="1700" dirty="0"/>
          </a:p>
        </p:txBody>
      </p:sp>
      <p:pic>
        <p:nvPicPr>
          <p:cNvPr id="5" name="Picture 4" descr="A blue and white letter n&#10;&#10;AI-generated content may be incorrect.">
            <a:extLst>
              <a:ext uri="{FF2B5EF4-FFF2-40B4-BE49-F238E27FC236}">
                <a16:creationId xmlns:a16="http://schemas.microsoft.com/office/drawing/2014/main" id="{E6883BD1-80DC-17B6-DAAF-282B2738DB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08" y="6022181"/>
            <a:ext cx="770198" cy="766023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2B28ABB3-01EF-C388-A22D-943B37F410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672834"/>
          </a:xfrm>
        </p:spPr>
        <p:txBody>
          <a:bodyPr/>
          <a:lstStyle/>
          <a:p>
            <a:pPr>
              <a:defRPr sz="3600">
                <a:solidFill>
                  <a:srgbClr val="003366"/>
                </a:solidFill>
              </a:defRPr>
            </a:pPr>
            <a:r>
              <a:rPr lang="es-ES" dirty="0"/>
              <a:t>Reading a </a:t>
            </a:r>
            <a:r>
              <a:rPr lang="es-ES" dirty="0" err="1"/>
              <a:t>spectrogram</a:t>
            </a:r>
            <a:endParaRPr dirty="0"/>
          </a:p>
        </p:txBody>
      </p:sp>
      <p:pic>
        <p:nvPicPr>
          <p:cNvPr id="6146" name="Picture 2" descr="Identifying sounds in spectrograms">
            <a:extLst>
              <a:ext uri="{FF2B5EF4-FFF2-40B4-BE49-F238E27FC236}">
                <a16:creationId xmlns:a16="http://schemas.microsoft.com/office/drawing/2014/main" id="{27E3BFC0-C364-93DB-9F3F-93F41B551B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9561" y="3278981"/>
            <a:ext cx="4114800" cy="274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3.2. Acoustic Aspects of Consonants – Phonetics and Phonology">
            <a:extLst>
              <a:ext uri="{FF2B5EF4-FFF2-40B4-BE49-F238E27FC236}">
                <a16:creationId xmlns:a16="http://schemas.microsoft.com/office/drawing/2014/main" id="{7DB141AA-2F92-7C6B-C21D-93778716E9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9103" y="3536255"/>
            <a:ext cx="5747124" cy="24859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633832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E93C1E-FD4B-FC1E-A3A0-871C417FFF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6D1A94-B75B-AE0C-96B3-420A009B00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446663"/>
            <a:ext cx="10653579" cy="5017932"/>
          </a:xfrm>
        </p:spPr>
        <p:txBody>
          <a:bodyPr>
            <a:normAutofit/>
          </a:bodyPr>
          <a:lstStyle/>
          <a:p>
            <a:r>
              <a:rPr lang="en-US" b="1" dirty="0"/>
              <a:t>The problem: </a:t>
            </a:r>
            <a:r>
              <a:rPr lang="en-US" dirty="0"/>
              <a:t>numeric representation of the sound will look completely different depending on who speaks, how fast, how loud, or what microphone they use</a:t>
            </a:r>
          </a:p>
          <a:p>
            <a:pPr lvl="2"/>
            <a:r>
              <a:rPr lang="en-US" sz="2000" i="1" dirty="0"/>
              <a:t>How do you teach a machine to spot the pattern?</a:t>
            </a:r>
          </a:p>
          <a:p>
            <a:pPr lvl="2"/>
            <a:endParaRPr lang="en-US" sz="2000" i="1" dirty="0"/>
          </a:p>
          <a:p>
            <a:r>
              <a:rPr lang="en-US" b="1" dirty="0"/>
              <a:t>What’s interesting: </a:t>
            </a:r>
            <a:r>
              <a:rPr lang="en-US" dirty="0"/>
              <a:t>the same word, spoken by different people, looks remarkably similar on a spectrogram!</a:t>
            </a:r>
          </a:p>
          <a:p>
            <a:pPr lvl="2"/>
            <a:r>
              <a:rPr lang="en-US" sz="1900" dirty="0"/>
              <a:t>That consistent shape is what recognition systems learn to match</a:t>
            </a:r>
          </a:p>
        </p:txBody>
      </p:sp>
      <p:pic>
        <p:nvPicPr>
          <p:cNvPr id="5" name="Picture 4" descr="A blue and white letter n&#10;&#10;AI-generated content may be incorrect.">
            <a:extLst>
              <a:ext uri="{FF2B5EF4-FFF2-40B4-BE49-F238E27FC236}">
                <a16:creationId xmlns:a16="http://schemas.microsoft.com/office/drawing/2014/main" id="{1DCC2393-E062-8847-D87B-FA2200533E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08" y="6022181"/>
            <a:ext cx="770198" cy="766023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20338288-9BAB-60AC-3C7A-3C7A40A02E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672834"/>
          </a:xfrm>
        </p:spPr>
        <p:txBody>
          <a:bodyPr/>
          <a:lstStyle/>
          <a:p>
            <a:pPr>
              <a:defRPr sz="3600">
                <a:solidFill>
                  <a:srgbClr val="003366"/>
                </a:solidFill>
              </a:defRPr>
            </a:pPr>
            <a:r>
              <a:rPr lang="es-ES" dirty="0"/>
              <a:t>A </a:t>
            </a:r>
            <a:r>
              <a:rPr lang="es-ES" dirty="0" err="1"/>
              <a:t>better</a:t>
            </a:r>
            <a:r>
              <a:rPr lang="es-ES" dirty="0"/>
              <a:t> </a:t>
            </a:r>
            <a:r>
              <a:rPr lang="es-ES" dirty="0" err="1"/>
              <a:t>way</a:t>
            </a:r>
            <a:r>
              <a:rPr lang="es-ES" dirty="0"/>
              <a:t> </a:t>
            </a:r>
            <a:r>
              <a:rPr lang="es-ES" dirty="0" err="1"/>
              <a:t>to</a:t>
            </a:r>
            <a:r>
              <a:rPr lang="es-ES" dirty="0"/>
              <a:t> look at </a:t>
            </a:r>
            <a:r>
              <a:rPr lang="es-ES" dirty="0" err="1"/>
              <a:t>sounds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391598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3CEDDA-800A-1201-AC37-72291AF8F6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53E86E-A4E1-B769-F903-DC823A3380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446662"/>
            <a:ext cx="10653579" cy="4862697"/>
          </a:xfrm>
        </p:spPr>
        <p:txBody>
          <a:bodyPr>
            <a:normAutofit lnSpcReduction="10000"/>
          </a:bodyPr>
          <a:lstStyle/>
          <a:p>
            <a:r>
              <a:rPr lang="en-US" sz="2000" dirty="0"/>
              <a:t>Download and open </a:t>
            </a:r>
            <a:r>
              <a:rPr lang="en-US" sz="2000" b="1" i="1" dirty="0" err="1"/>
              <a:t>recognizer.html</a:t>
            </a:r>
            <a:r>
              <a:rPr lang="en-US" sz="2000" dirty="0"/>
              <a:t> in Chrome and allow microphone access</a:t>
            </a:r>
          </a:p>
          <a:p>
            <a:r>
              <a:rPr lang="en-US" u="sng" dirty="0"/>
              <a:t>Step 1: Train</a:t>
            </a:r>
          </a:p>
          <a:p>
            <a:pPr lvl="2"/>
            <a:r>
              <a:rPr lang="en-US" sz="1800" dirty="0"/>
              <a:t>Click “Record” next to each word and say it clearly </a:t>
            </a:r>
          </a:p>
          <a:p>
            <a:pPr lvl="2"/>
            <a:r>
              <a:rPr lang="en-US" sz="1800" dirty="0"/>
              <a:t>The app will turn your voice into a spectrogram and save it as a “</a:t>
            </a:r>
            <a:r>
              <a:rPr lang="en-US" sz="1800" dirty="0" err="1"/>
              <a:t>tamplate</a:t>
            </a:r>
            <a:r>
              <a:rPr lang="en-US" sz="1800" dirty="0"/>
              <a:t>” (a picture of what your version of that word looks like)</a:t>
            </a:r>
          </a:p>
          <a:p>
            <a:r>
              <a:rPr lang="en-US" u="sng" dirty="0"/>
              <a:t>Step 2: Recognize</a:t>
            </a:r>
          </a:p>
          <a:p>
            <a:pPr lvl="2"/>
            <a:r>
              <a:rPr lang="en-US" sz="1800" dirty="0"/>
              <a:t>Click “Speak and Recognize” and say one of your words</a:t>
            </a:r>
          </a:p>
          <a:p>
            <a:pPr lvl="2"/>
            <a:r>
              <a:rPr lang="en-US" sz="1800" dirty="0"/>
              <a:t>The app turns your new recording into a spectrogram and compares it against every template we have created </a:t>
            </a:r>
          </a:p>
          <a:p>
            <a:pPr lvl="2"/>
            <a:r>
              <a:rPr lang="en-US" sz="1800" dirty="0"/>
              <a:t>The closest match wins</a:t>
            </a:r>
          </a:p>
          <a:p>
            <a:r>
              <a:rPr lang="en-US" dirty="0"/>
              <a:t>Watch the similarity bars</a:t>
            </a:r>
          </a:p>
          <a:p>
            <a:pPr lvl="2"/>
            <a:r>
              <a:rPr lang="en-US" sz="1800" dirty="0"/>
              <a:t>The machine is not making a decision, it’s measuring distances!</a:t>
            </a:r>
          </a:p>
        </p:txBody>
      </p:sp>
      <p:pic>
        <p:nvPicPr>
          <p:cNvPr id="5" name="Picture 4" descr="A blue and white letter n&#10;&#10;AI-generated content may be incorrect.">
            <a:extLst>
              <a:ext uri="{FF2B5EF4-FFF2-40B4-BE49-F238E27FC236}">
                <a16:creationId xmlns:a16="http://schemas.microsoft.com/office/drawing/2014/main" id="{291404E2-88B0-0E7D-E8D7-8A513F0419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08" y="6022181"/>
            <a:ext cx="770198" cy="766023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9195598-CDE7-75E6-657E-0EF666C644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672834"/>
          </a:xfrm>
        </p:spPr>
        <p:txBody>
          <a:bodyPr/>
          <a:lstStyle/>
          <a:p>
            <a:pPr>
              <a:defRPr sz="3600">
                <a:solidFill>
                  <a:srgbClr val="003366"/>
                </a:solidFill>
              </a:defRPr>
            </a:pPr>
            <a:r>
              <a:rPr lang="es-ES" dirty="0"/>
              <a:t>Word </a:t>
            </a:r>
            <a:r>
              <a:rPr lang="es-ES" dirty="0" err="1"/>
              <a:t>Recognizer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50863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19339D-F6F9-3162-7DC9-2C960905C4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8B3183-9F73-1C90-9F25-CD6F19175A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446662"/>
            <a:ext cx="10653579" cy="486269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Try this:</a:t>
            </a:r>
          </a:p>
          <a:p>
            <a:pPr lvl="2"/>
            <a:r>
              <a:rPr lang="en-US" sz="2400" dirty="0"/>
              <a:t>Train on “yes” and “no” – does it tell them apart?</a:t>
            </a:r>
          </a:p>
          <a:p>
            <a:pPr lvl="2"/>
            <a:r>
              <a:rPr lang="en-US" sz="2400" dirty="0"/>
              <a:t>Have someone else speak – does it still work?</a:t>
            </a:r>
          </a:p>
          <a:p>
            <a:pPr lvl="2"/>
            <a:r>
              <a:rPr lang="en-US" sz="2400" dirty="0"/>
              <a:t>Train and test in a language other than English</a:t>
            </a:r>
          </a:p>
        </p:txBody>
      </p:sp>
      <p:pic>
        <p:nvPicPr>
          <p:cNvPr id="5" name="Picture 4" descr="A blue and white letter n&#10;&#10;AI-generated content may be incorrect.">
            <a:extLst>
              <a:ext uri="{FF2B5EF4-FFF2-40B4-BE49-F238E27FC236}">
                <a16:creationId xmlns:a16="http://schemas.microsoft.com/office/drawing/2014/main" id="{352C1EDD-6162-ECB2-DBCD-0FCCBCED13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08" y="6022181"/>
            <a:ext cx="770198" cy="766023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118229F7-F1F5-B3C8-659F-052B249C7B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672834"/>
          </a:xfrm>
        </p:spPr>
        <p:txBody>
          <a:bodyPr/>
          <a:lstStyle/>
          <a:p>
            <a:pPr>
              <a:defRPr sz="3600">
                <a:solidFill>
                  <a:srgbClr val="003366"/>
                </a:solidFill>
              </a:defRPr>
            </a:pPr>
            <a:r>
              <a:rPr lang="es-ES" dirty="0"/>
              <a:t>Word </a:t>
            </a:r>
            <a:r>
              <a:rPr lang="es-ES" dirty="0" err="1"/>
              <a:t>Recognizer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737717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38C1AD-D835-C481-619C-333541C0B0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F86BDA-418B-4EA3-5E29-BFC33E0F99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446662"/>
            <a:ext cx="10653579" cy="4862697"/>
          </a:xfrm>
        </p:spPr>
        <p:txBody>
          <a:bodyPr>
            <a:normAutofit/>
          </a:bodyPr>
          <a:lstStyle/>
          <a:p>
            <a:r>
              <a:rPr lang="en-US" dirty="0"/>
              <a:t>The spectrogram has hundreds of frequency bins</a:t>
            </a:r>
          </a:p>
          <a:p>
            <a:r>
              <a:rPr lang="en-US" dirty="0"/>
              <a:t>Before comparing, the app compresses it into just 20 numbers per time frame – one for each band of the frequency range, spaced on the mel scale (which matches how humans actually hear pitch)</a:t>
            </a:r>
          </a:p>
          <a:p>
            <a:r>
              <a:rPr lang="en-US" dirty="0"/>
              <a:t>The result is a small grid: 20 rows x ~50 columns (this grid is the “fingerprint” of your word)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This compression step is the same one used in Whisper, Google, and every other modern ASR system. You just watched the app do it live. </a:t>
            </a:r>
          </a:p>
        </p:txBody>
      </p:sp>
      <p:pic>
        <p:nvPicPr>
          <p:cNvPr id="5" name="Picture 4" descr="A blue and white letter n&#10;&#10;AI-generated content may be incorrect.">
            <a:extLst>
              <a:ext uri="{FF2B5EF4-FFF2-40B4-BE49-F238E27FC236}">
                <a16:creationId xmlns:a16="http://schemas.microsoft.com/office/drawing/2014/main" id="{17715676-59BB-B49A-E581-DD32F46A17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08" y="6022181"/>
            <a:ext cx="770198" cy="766023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B25EB54E-7362-1F4E-2943-ADE66F38BF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672834"/>
          </a:xfrm>
        </p:spPr>
        <p:txBody>
          <a:bodyPr/>
          <a:lstStyle/>
          <a:p>
            <a:pPr>
              <a:defRPr sz="3600">
                <a:solidFill>
                  <a:srgbClr val="003366"/>
                </a:solidFill>
              </a:defRPr>
            </a:pPr>
            <a:r>
              <a:rPr lang="es-ES" dirty="0" err="1"/>
              <a:t>What’s</a:t>
            </a:r>
            <a:r>
              <a:rPr lang="es-ES" dirty="0"/>
              <a:t> </a:t>
            </a:r>
            <a:r>
              <a:rPr lang="es-ES" dirty="0" err="1"/>
              <a:t>actually</a:t>
            </a:r>
            <a:r>
              <a:rPr lang="es-ES" dirty="0"/>
              <a:t> happening </a:t>
            </a:r>
            <a:r>
              <a:rPr lang="es-ES" dirty="0" err="1"/>
              <a:t>under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hood</a:t>
            </a:r>
            <a:r>
              <a:rPr lang="es-ES" dirty="0"/>
              <a:t>?</a:t>
            </a:r>
            <a:endParaRPr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D979C30-F5FF-32AC-0DE4-19A1CE5827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9735611"/>
              </p:ext>
            </p:extLst>
          </p:nvPr>
        </p:nvGraphicFramePr>
        <p:xfrm>
          <a:off x="2328531" y="3878010"/>
          <a:ext cx="6810744" cy="1172967"/>
        </p:xfrm>
        <a:graphic>
          <a:graphicData uri="http://schemas.openxmlformats.org/drawingml/2006/table">
            <a:tbl>
              <a:tblPr firstRow="1" bandRow="1">
                <a:noFill/>
                <a:tableStyleId>{6E25E649-3F16-4E02-A733-19D2CDBF48F0}</a:tableStyleId>
              </a:tblPr>
              <a:tblGrid>
                <a:gridCol w="2270248">
                  <a:extLst>
                    <a:ext uri="{9D8B030D-6E8A-4147-A177-3AD203B41FA5}">
                      <a16:colId xmlns:a16="http://schemas.microsoft.com/office/drawing/2014/main" val="1064348714"/>
                    </a:ext>
                  </a:extLst>
                </a:gridCol>
                <a:gridCol w="2270248">
                  <a:extLst>
                    <a:ext uri="{9D8B030D-6E8A-4147-A177-3AD203B41FA5}">
                      <a16:colId xmlns:a16="http://schemas.microsoft.com/office/drawing/2014/main" val="2193094004"/>
                    </a:ext>
                  </a:extLst>
                </a:gridCol>
                <a:gridCol w="2270248">
                  <a:extLst>
                    <a:ext uri="{9D8B030D-6E8A-4147-A177-3AD203B41FA5}">
                      <a16:colId xmlns:a16="http://schemas.microsoft.com/office/drawing/2014/main" val="191337395"/>
                    </a:ext>
                  </a:extLst>
                </a:gridCol>
              </a:tblGrid>
              <a:tr h="390989">
                <a:tc>
                  <a:txBody>
                    <a:bodyPr/>
                    <a:lstStyle/>
                    <a:p>
                      <a:r>
                        <a:rPr lang="en-US" sz="1400" dirty="0"/>
                        <a:t>Raw Audio</a:t>
                      </a:r>
                    </a:p>
                  </a:txBody>
                  <a:tcPr>
                    <a:solidFill>
                      <a:srgbClr val="0032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Spectrogram</a:t>
                      </a:r>
                    </a:p>
                  </a:txBody>
                  <a:tcPr>
                    <a:solidFill>
                      <a:srgbClr val="0032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Mel features</a:t>
                      </a:r>
                    </a:p>
                  </a:txBody>
                  <a:tcPr>
                    <a:solidFill>
                      <a:srgbClr val="0032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618326"/>
                  </a:ext>
                </a:extLst>
              </a:tr>
              <a:tr h="390989">
                <a:tc>
                  <a:txBody>
                    <a:bodyPr/>
                    <a:lstStyle/>
                    <a:p>
                      <a:r>
                        <a:rPr lang="en-US" sz="1400" dirty="0"/>
                        <a:t>44,000 numbers/sec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Full frequency image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20 numbers/frame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9490317"/>
                  </a:ext>
                </a:extLst>
              </a:tr>
              <a:tr h="390989">
                <a:tc>
                  <a:txBody>
                    <a:bodyPr/>
                    <a:lstStyle/>
                    <a:p>
                      <a:r>
                        <a:rPr lang="en-US" sz="1400" dirty="0"/>
                        <a:t>Hard to compare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Visual, but big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Compact + Comparable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07174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864983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4223D5-9654-A5DF-2B97-E196153957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8E1235-9E8A-D621-7EBF-9D505782EF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446662"/>
            <a:ext cx="10653579" cy="4862697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400" dirty="0"/>
              <a:t>What if you speak faster or slower?</a:t>
            </a:r>
          </a:p>
          <a:p>
            <a:r>
              <a:rPr lang="en-US" sz="2400" dirty="0"/>
              <a:t>Problem: if you trained on a slow “hello” and now say a fast “hello”, the fingerprint grids have different lengths</a:t>
            </a:r>
          </a:p>
          <a:p>
            <a:pPr lvl="2"/>
            <a:r>
              <a:rPr lang="en-US" sz="2000" dirty="0"/>
              <a:t>You can’t subtract a 40-column grid from a 60-column one</a:t>
            </a:r>
          </a:p>
          <a:p>
            <a:r>
              <a:rPr lang="en-US" sz="2400" b="1" dirty="0"/>
              <a:t>DTW – Dynamic Time Warping </a:t>
            </a:r>
            <a:r>
              <a:rPr lang="en-US" sz="2400" dirty="0"/>
              <a:t>solves this</a:t>
            </a:r>
          </a:p>
          <a:p>
            <a:pPr lvl="2"/>
            <a:r>
              <a:rPr lang="en-US" sz="2000" dirty="0"/>
              <a:t>Imagine two people narrating the same movie, but one is fast-forwarding through the slow parts.</a:t>
            </a:r>
          </a:p>
          <a:p>
            <a:pPr lvl="2"/>
            <a:r>
              <a:rPr lang="en-US" sz="2000" dirty="0"/>
              <a:t>DTW pauses and replays so both narrations are always describing the same scene – then measures how similar the descriptions were overall</a:t>
            </a:r>
          </a:p>
          <a:p>
            <a:r>
              <a:rPr lang="en-US" sz="2400" dirty="0"/>
              <a:t>In the recognizer app, DTW finds the best possible alignment between two grids before measuring the distance</a:t>
            </a:r>
          </a:p>
          <a:p>
            <a:pPr lvl="2"/>
            <a:r>
              <a:rPr lang="en-US" sz="2000" dirty="0"/>
              <a:t>That’s why recognition still works if you speak a little faster or slower than when you trained</a:t>
            </a:r>
          </a:p>
        </p:txBody>
      </p:sp>
      <p:pic>
        <p:nvPicPr>
          <p:cNvPr id="5" name="Picture 4" descr="A blue and white letter n&#10;&#10;AI-generated content may be incorrect.">
            <a:extLst>
              <a:ext uri="{FF2B5EF4-FFF2-40B4-BE49-F238E27FC236}">
                <a16:creationId xmlns:a16="http://schemas.microsoft.com/office/drawing/2014/main" id="{32F8B0C1-02CA-BBAA-822E-A4D6609951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08" y="6022181"/>
            <a:ext cx="770198" cy="766023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03253D9D-76DB-DD55-2675-A0A964104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672834"/>
          </a:xfrm>
        </p:spPr>
        <p:txBody>
          <a:bodyPr/>
          <a:lstStyle/>
          <a:p>
            <a:pPr>
              <a:defRPr sz="3600">
                <a:solidFill>
                  <a:srgbClr val="003366"/>
                </a:solidFill>
              </a:defRPr>
            </a:pPr>
            <a:r>
              <a:rPr lang="es-ES" dirty="0"/>
              <a:t>The </a:t>
            </a:r>
            <a:r>
              <a:rPr lang="es-ES" dirty="0" err="1"/>
              <a:t>alignment</a:t>
            </a:r>
            <a:r>
              <a:rPr lang="es-ES" dirty="0"/>
              <a:t> </a:t>
            </a:r>
            <a:r>
              <a:rPr lang="es-ES" dirty="0" err="1"/>
              <a:t>problem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01167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A1D981-D5D4-EA46-05DC-D610ABBD32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7F7637-95BB-DAC0-A26B-1C4C3BCB7C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446662"/>
            <a:ext cx="10653579" cy="4862697"/>
          </a:xfrm>
        </p:spPr>
        <p:txBody>
          <a:bodyPr>
            <a:normAutofit/>
          </a:bodyPr>
          <a:lstStyle/>
          <a:p>
            <a:r>
              <a:rPr lang="en-US" sz="2400" b="1" dirty="0"/>
              <a:t>The catch: </a:t>
            </a:r>
            <a:r>
              <a:rPr lang="en-US" sz="2400" dirty="0"/>
              <a:t>this works well for a small vocabulary</a:t>
            </a:r>
          </a:p>
          <a:p>
            <a:pPr lvl="1"/>
            <a:r>
              <a:rPr lang="en-US" sz="2200" dirty="0"/>
              <a:t>Scale it to thousands of words across dozens of languages and it falls apart</a:t>
            </a:r>
          </a:p>
          <a:p>
            <a:pPr lvl="1"/>
            <a:r>
              <a:rPr lang="en-US" sz="2200" dirty="0"/>
              <a:t>That’s where modern systems take a very different approach</a:t>
            </a:r>
            <a:endParaRPr lang="en-US" dirty="0"/>
          </a:p>
        </p:txBody>
      </p:sp>
      <p:pic>
        <p:nvPicPr>
          <p:cNvPr id="5" name="Picture 4" descr="A blue and white letter n&#10;&#10;AI-generated content may be incorrect.">
            <a:extLst>
              <a:ext uri="{FF2B5EF4-FFF2-40B4-BE49-F238E27FC236}">
                <a16:creationId xmlns:a16="http://schemas.microsoft.com/office/drawing/2014/main" id="{2FB122AF-FD02-8C0A-B587-829A47EF0D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08" y="6022181"/>
            <a:ext cx="770198" cy="766023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7EFF9641-2DF7-3951-5734-8EF5202456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672834"/>
          </a:xfrm>
        </p:spPr>
        <p:txBody>
          <a:bodyPr/>
          <a:lstStyle/>
          <a:p>
            <a:pPr>
              <a:defRPr sz="3600">
                <a:solidFill>
                  <a:srgbClr val="003366"/>
                </a:solidFill>
              </a:defRPr>
            </a:pPr>
            <a:r>
              <a:rPr lang="es-ES" dirty="0"/>
              <a:t>The </a:t>
            </a:r>
            <a:r>
              <a:rPr lang="es-ES" dirty="0" err="1"/>
              <a:t>alignment</a:t>
            </a:r>
            <a:r>
              <a:rPr lang="es-ES" dirty="0"/>
              <a:t> </a:t>
            </a:r>
            <a:r>
              <a:rPr lang="es-ES" dirty="0" err="1"/>
              <a:t>problem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989671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CCA422-EC4F-4407-FE34-75C82E4B01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F1825A-4757-1A15-02D2-C0CE71B154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446662"/>
            <a:ext cx="10653579" cy="4862697"/>
          </a:xfrm>
        </p:spPr>
        <p:txBody>
          <a:bodyPr>
            <a:normAutofit fontScale="92500" lnSpcReduction="10000"/>
          </a:bodyPr>
          <a:lstStyle/>
          <a:p>
            <a:r>
              <a:rPr lang="en-US" sz="2400" dirty="0"/>
              <a:t>Our simple recognizer app compares fingerprints manually.</a:t>
            </a:r>
          </a:p>
          <a:p>
            <a:r>
              <a:rPr lang="en-US" sz="2400" dirty="0"/>
              <a:t>Modern systems learn to compare them automatically: by showing a neural network hundreds of thousands of hours of speech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pPr lvl="1"/>
            <a:r>
              <a:rPr lang="en-US" sz="2200" dirty="0"/>
              <a:t>The core idea is identical. The difference is scale and data</a:t>
            </a:r>
            <a:endParaRPr lang="en-US" dirty="0"/>
          </a:p>
        </p:txBody>
      </p:sp>
      <p:pic>
        <p:nvPicPr>
          <p:cNvPr id="5" name="Picture 4" descr="A blue and white letter n&#10;&#10;AI-generated content may be incorrect.">
            <a:extLst>
              <a:ext uri="{FF2B5EF4-FFF2-40B4-BE49-F238E27FC236}">
                <a16:creationId xmlns:a16="http://schemas.microsoft.com/office/drawing/2014/main" id="{4539E470-249F-0FAE-5836-B41E087900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08" y="6022181"/>
            <a:ext cx="770198" cy="766023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76F40F82-764A-5AB5-D9DB-2496062AA5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672834"/>
          </a:xfrm>
        </p:spPr>
        <p:txBody>
          <a:bodyPr/>
          <a:lstStyle/>
          <a:p>
            <a:pPr>
              <a:defRPr sz="3600">
                <a:solidFill>
                  <a:srgbClr val="003366"/>
                </a:solidFill>
              </a:defRPr>
            </a:pPr>
            <a:r>
              <a:rPr lang="es-ES" dirty="0"/>
              <a:t>How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big</a:t>
            </a:r>
            <a:r>
              <a:rPr lang="es-ES" dirty="0"/>
              <a:t> </a:t>
            </a:r>
            <a:r>
              <a:rPr lang="es-ES" dirty="0" err="1"/>
              <a:t>systems</a:t>
            </a:r>
            <a:r>
              <a:rPr lang="es-ES" dirty="0"/>
              <a:t> do </a:t>
            </a:r>
            <a:r>
              <a:rPr lang="es-ES" dirty="0" err="1"/>
              <a:t>it</a:t>
            </a:r>
            <a:endParaRPr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9287F9B-DAFC-945C-963A-2C38D1AE8B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6056622"/>
              </p:ext>
            </p:extLst>
          </p:nvPr>
        </p:nvGraphicFramePr>
        <p:xfrm>
          <a:off x="1212111" y="2811062"/>
          <a:ext cx="5779386" cy="2600276"/>
        </p:xfrm>
        <a:graphic>
          <a:graphicData uri="http://schemas.openxmlformats.org/drawingml/2006/table">
            <a:tbl>
              <a:tblPr firstRow="1" bandRow="1">
                <a:noFill/>
                <a:tableStyleId>{6E25E649-3F16-4E02-A733-19D2CDBF48F0}</a:tableStyleId>
              </a:tblPr>
              <a:tblGrid>
                <a:gridCol w="1414131">
                  <a:extLst>
                    <a:ext uri="{9D8B030D-6E8A-4147-A177-3AD203B41FA5}">
                      <a16:colId xmlns:a16="http://schemas.microsoft.com/office/drawing/2014/main" val="1064348714"/>
                    </a:ext>
                  </a:extLst>
                </a:gridCol>
                <a:gridCol w="2115879">
                  <a:extLst>
                    <a:ext uri="{9D8B030D-6E8A-4147-A177-3AD203B41FA5}">
                      <a16:colId xmlns:a16="http://schemas.microsoft.com/office/drawing/2014/main" val="2193094004"/>
                    </a:ext>
                  </a:extLst>
                </a:gridCol>
                <a:gridCol w="2249376">
                  <a:extLst>
                    <a:ext uri="{9D8B030D-6E8A-4147-A177-3AD203B41FA5}">
                      <a16:colId xmlns:a16="http://schemas.microsoft.com/office/drawing/2014/main" val="191337395"/>
                    </a:ext>
                  </a:extLst>
                </a:gridCol>
              </a:tblGrid>
              <a:tr h="390989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>
                    <a:solidFill>
                      <a:srgbClr val="0032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Our simple recognizer</a:t>
                      </a:r>
                    </a:p>
                  </a:txBody>
                  <a:tcPr>
                    <a:solidFill>
                      <a:srgbClr val="0032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Whisper (OpenAI, 2022)</a:t>
                      </a:r>
                    </a:p>
                  </a:txBody>
                  <a:tcPr>
                    <a:solidFill>
                      <a:srgbClr val="0032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618326"/>
                  </a:ext>
                </a:extLst>
              </a:tr>
              <a:tr h="390989">
                <a:tc>
                  <a:txBody>
                    <a:bodyPr/>
                    <a:lstStyle/>
                    <a:p>
                      <a:r>
                        <a:rPr lang="en-US" sz="1400" dirty="0"/>
                        <a:t>Vocabulary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~5 words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Unlimited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9490317"/>
                  </a:ext>
                </a:extLst>
              </a:tr>
              <a:tr h="390989">
                <a:tc>
                  <a:txBody>
                    <a:bodyPr/>
                    <a:lstStyle/>
                    <a:p>
                      <a:r>
                        <a:rPr lang="en-US" sz="1400" dirty="0"/>
                        <a:t>Speakers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Just you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Anyone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0717418"/>
                  </a:ext>
                </a:extLst>
              </a:tr>
              <a:tr h="390989">
                <a:tc>
                  <a:txBody>
                    <a:bodyPr/>
                    <a:lstStyle/>
                    <a:p>
                      <a:r>
                        <a:rPr lang="en-US" sz="1400" dirty="0"/>
                        <a:t>Languages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99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4027325"/>
                  </a:ext>
                </a:extLst>
              </a:tr>
              <a:tr h="390989">
                <a:tc>
                  <a:txBody>
                    <a:bodyPr/>
                    <a:lstStyle/>
                    <a:p>
                      <a:r>
                        <a:rPr lang="en-US" sz="1400" dirty="0"/>
                        <a:t>Training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3-5 recordings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680,000 hours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6736189"/>
                  </a:ext>
                </a:extLst>
              </a:tr>
              <a:tr h="390989">
                <a:tc>
                  <a:txBody>
                    <a:bodyPr/>
                    <a:lstStyle/>
                    <a:p>
                      <a:r>
                        <a:rPr lang="en-US" sz="1400" dirty="0"/>
                        <a:t>Core 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Compare spectrograms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Learn to compare spectrograms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3073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258399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CDC4B1-781B-2AF1-4F36-457F6DD8AC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4AB86D-4C94-A762-6BAE-7B558D7BD9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446662"/>
            <a:ext cx="10653579" cy="486269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ASR is powerful. However, it fails in ways that are very interesting from a linguistics perspective:</a:t>
            </a:r>
          </a:p>
          <a:p>
            <a:pPr lvl="2"/>
            <a:r>
              <a:rPr lang="en-US" sz="1800" b="1" dirty="0"/>
              <a:t>Most languages are invisible</a:t>
            </a:r>
          </a:p>
          <a:p>
            <a:pPr lvl="3"/>
            <a:r>
              <a:rPr lang="en-US" sz="1600" dirty="0"/>
              <a:t>There are ~7,000 languages, and ASR works reliably for maybe 30</a:t>
            </a:r>
          </a:p>
          <a:p>
            <a:pPr lvl="3"/>
            <a:r>
              <a:rPr lang="en-US" sz="1600" dirty="0"/>
              <a:t>The problem is the lack of recorded, labelled speech data</a:t>
            </a:r>
          </a:p>
          <a:p>
            <a:pPr lvl="2"/>
            <a:r>
              <a:rPr lang="en-US" sz="1800" b="1" dirty="0"/>
              <a:t>Dialects confuse it</a:t>
            </a:r>
          </a:p>
          <a:p>
            <a:pPr lvl="3"/>
            <a:r>
              <a:rPr lang="en-US" sz="1600" dirty="0"/>
              <a:t>A system trained on one variety of English, Spanish, or any other language, struggles with other dialects of the same language</a:t>
            </a:r>
          </a:p>
          <a:p>
            <a:pPr lvl="3"/>
            <a:r>
              <a:rPr lang="en-US" sz="1600" dirty="0"/>
              <a:t>The problem is that the system has never those dialectal patterns before</a:t>
            </a:r>
          </a:p>
          <a:p>
            <a:pPr lvl="2"/>
            <a:r>
              <a:rPr lang="en-US" sz="1800" b="1" dirty="0"/>
              <a:t>It only captures words</a:t>
            </a:r>
          </a:p>
          <a:p>
            <a:pPr lvl="3"/>
            <a:r>
              <a:rPr lang="en-US" sz="1600" dirty="0"/>
              <a:t>Sarcasm, emphasis, hesitation, some types of intonation rarely survives into the transcription</a:t>
            </a:r>
          </a:p>
          <a:p>
            <a:pPr lvl="2"/>
            <a:r>
              <a:rPr lang="en-US" sz="1800" b="1" dirty="0"/>
              <a:t>Code-switching is nearly invisible</a:t>
            </a:r>
          </a:p>
          <a:p>
            <a:pPr lvl="3"/>
            <a:r>
              <a:rPr lang="en-US" sz="1600" dirty="0"/>
              <a:t>Bilingual speakers switch languages mid-sentence naturally</a:t>
            </a:r>
          </a:p>
          <a:p>
            <a:pPr lvl="3"/>
            <a:r>
              <a:rPr lang="en-US" sz="1600" dirty="0"/>
              <a:t>Most systems assume you’re speaking one language at a time</a:t>
            </a:r>
          </a:p>
        </p:txBody>
      </p:sp>
      <p:pic>
        <p:nvPicPr>
          <p:cNvPr id="5" name="Picture 4" descr="A blue and white letter n&#10;&#10;AI-generated content may be incorrect.">
            <a:extLst>
              <a:ext uri="{FF2B5EF4-FFF2-40B4-BE49-F238E27FC236}">
                <a16:creationId xmlns:a16="http://schemas.microsoft.com/office/drawing/2014/main" id="{37716972-E2DA-479C-F5DC-68533F1333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08" y="6022181"/>
            <a:ext cx="770198" cy="766023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502B17A7-D2DD-0B5B-AEB1-BFE18150C9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672834"/>
          </a:xfrm>
        </p:spPr>
        <p:txBody>
          <a:bodyPr/>
          <a:lstStyle/>
          <a:p>
            <a:pPr>
              <a:defRPr sz="3600">
                <a:solidFill>
                  <a:srgbClr val="003366"/>
                </a:solidFill>
              </a:defRPr>
            </a:pPr>
            <a:r>
              <a:rPr lang="es-ES" dirty="0" err="1"/>
              <a:t>Where</a:t>
            </a:r>
            <a:r>
              <a:rPr lang="es-ES" dirty="0"/>
              <a:t> </a:t>
            </a:r>
            <a:r>
              <a:rPr lang="es-ES" dirty="0" err="1"/>
              <a:t>it</a:t>
            </a:r>
            <a:r>
              <a:rPr lang="es-ES" dirty="0"/>
              <a:t> </a:t>
            </a:r>
            <a:r>
              <a:rPr lang="es-ES" dirty="0" err="1"/>
              <a:t>still</a:t>
            </a:r>
            <a:r>
              <a:rPr lang="es-ES" dirty="0"/>
              <a:t> </a:t>
            </a:r>
            <a:r>
              <a:rPr lang="es-ES" dirty="0" err="1"/>
              <a:t>breaks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73384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44F26E65-D4B5-25E1-320B-88E687F02AB0}"/>
              </a:ext>
            </a:extLst>
          </p:cNvPr>
          <p:cNvSpPr txBox="1">
            <a:spLocks/>
          </p:cNvSpPr>
          <p:nvPr/>
        </p:nvSpPr>
        <p:spPr>
          <a:xfrm>
            <a:off x="4622041" y="2711062"/>
            <a:ext cx="2702256" cy="50364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dirty="0" err="1">
                <a:solidFill>
                  <a:schemeClr val="bg1">
                    <a:lumMod val="65000"/>
                  </a:schemeClr>
                </a:solidFill>
              </a:rPr>
              <a:t>sarroniz@unr.edu</a:t>
            </a:r>
            <a:endParaRPr lang="en-US" sz="1800" dirty="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9" name="Picture 8" descr="A blue and white logo&#10;&#10;AI-generated content may be incorrect.">
            <a:extLst>
              <a:ext uri="{FF2B5EF4-FFF2-40B4-BE49-F238E27FC236}">
                <a16:creationId xmlns:a16="http://schemas.microsoft.com/office/drawing/2014/main" id="{CAACEBBB-CF6A-0083-CA9D-A9CEE913ED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1032" y="4116561"/>
            <a:ext cx="1691865" cy="1225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5695232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RSL 25 Santo Domingo PPT" id="{0421B059-BE74-9745-BF55-6D5D939E2618}" vid="{7749C3EC-6CE1-A949-A7FA-D7E7190FDF6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VanillaVTI</Template>
  <TotalTime>249</TotalTime>
  <Words>1371</Words>
  <Application>Microsoft Macintosh PowerPoint</Application>
  <PresentationFormat>Widescreen</PresentationFormat>
  <Paragraphs>148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Aptos</vt:lpstr>
      <vt:lpstr>Arial</vt:lpstr>
      <vt:lpstr>Neue Haas Grotesk Text Pro</vt:lpstr>
      <vt:lpstr>VanillaVTI</vt:lpstr>
      <vt:lpstr>Introduction to Automatic Speech Recognition</vt:lpstr>
      <vt:lpstr>Agenda</vt:lpstr>
      <vt:lpstr>What is a sound?</vt:lpstr>
      <vt:lpstr>What is a sound?</vt:lpstr>
      <vt:lpstr>What is a sound?</vt:lpstr>
      <vt:lpstr>A better way to look at sounds</vt:lpstr>
      <vt:lpstr>A better way to look at sounds</vt:lpstr>
      <vt:lpstr>Reading a spectrogram</vt:lpstr>
      <vt:lpstr>Reading a spectrogram</vt:lpstr>
      <vt:lpstr>Reading a spectrogram</vt:lpstr>
      <vt:lpstr>A better way to look at sounds</vt:lpstr>
      <vt:lpstr>Word Recognizer</vt:lpstr>
      <vt:lpstr>Word Recognizer</vt:lpstr>
      <vt:lpstr>What’s actually happening under the hood?</vt:lpstr>
      <vt:lpstr>The alignment problem</vt:lpstr>
      <vt:lpstr>The alignment problem</vt:lpstr>
      <vt:lpstr>How the big systems do it</vt:lpstr>
      <vt:lpstr>Where it still breaks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Reviewer</dc:creator>
  <cp:lastModifiedBy>Reviewer</cp:lastModifiedBy>
  <cp:revision>1</cp:revision>
  <dcterms:created xsi:type="dcterms:W3CDTF">2026-04-24T18:17:28Z</dcterms:created>
  <dcterms:modified xsi:type="dcterms:W3CDTF">2026-04-24T22:31:57Z</dcterms:modified>
</cp:coreProperties>
</file>